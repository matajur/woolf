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8" r:id="rId4"/>
  </p:sldMasterIdLst>
  <p:notesMasterIdLst>
    <p:notesMasterId r:id="rId20"/>
  </p:notesMasterIdLst>
  <p:handoutMasterIdLst>
    <p:handoutMasterId r:id="rId21"/>
  </p:handoutMasterIdLst>
  <p:sldIdLst>
    <p:sldId id="410" r:id="rId5"/>
    <p:sldId id="383" r:id="rId6"/>
    <p:sldId id="389" r:id="rId7"/>
    <p:sldId id="391" r:id="rId8"/>
    <p:sldId id="411" r:id="rId9"/>
    <p:sldId id="406" r:id="rId10"/>
    <p:sldId id="397" r:id="rId11"/>
    <p:sldId id="408" r:id="rId12"/>
    <p:sldId id="412" r:id="rId13"/>
    <p:sldId id="413" r:id="rId14"/>
    <p:sldId id="407" r:id="rId15"/>
    <p:sldId id="405" r:id="rId16"/>
    <p:sldId id="414" r:id="rId17"/>
    <p:sldId id="403" r:id="rId18"/>
    <p:sldId id="398" r:id="rId19"/>
  </p:sldIdLst>
  <p:sldSz cx="12192000" cy="6858000"/>
  <p:notesSz cx="6858000" cy="9144000"/>
  <p:defaultTextStyle>
    <a:defPPr rtl="0">
      <a:defRPr lang="it-IT"/>
    </a:defPPr>
    <a:lvl1pPr marL="0" algn="l" defTabSz="914400" rtl="0" eaLnBrk="1" latinLnBrk="0" hangingPunct="1">
      <a:defRPr lang="it-IT" sz="1800" kern="1200">
        <a:solidFill>
          <a:schemeClr val="tx1"/>
        </a:solidFill>
        <a:latin typeface="+mn-lt"/>
        <a:ea typeface="+mn-ea"/>
        <a:cs typeface="+mn-cs"/>
      </a:defRPr>
    </a:lvl1pPr>
    <a:lvl2pPr marL="457200" algn="l" defTabSz="914400" rtl="0" eaLnBrk="1" latinLnBrk="0" hangingPunct="1">
      <a:defRPr lang="it-IT" sz="1800" kern="1200">
        <a:solidFill>
          <a:schemeClr val="tx1"/>
        </a:solidFill>
        <a:latin typeface="+mn-lt"/>
        <a:ea typeface="+mn-ea"/>
        <a:cs typeface="+mn-cs"/>
      </a:defRPr>
    </a:lvl2pPr>
    <a:lvl3pPr marL="914400" algn="l" defTabSz="914400" rtl="0" eaLnBrk="1" latinLnBrk="0" hangingPunct="1">
      <a:defRPr lang="it-IT" sz="1800" kern="1200">
        <a:solidFill>
          <a:schemeClr val="tx1"/>
        </a:solidFill>
        <a:latin typeface="+mn-lt"/>
        <a:ea typeface="+mn-ea"/>
        <a:cs typeface="+mn-cs"/>
      </a:defRPr>
    </a:lvl3pPr>
    <a:lvl4pPr marL="1371600" algn="l" defTabSz="914400" rtl="0" eaLnBrk="1" latinLnBrk="0" hangingPunct="1">
      <a:defRPr lang="it-IT" sz="1800" kern="1200">
        <a:solidFill>
          <a:schemeClr val="tx1"/>
        </a:solidFill>
        <a:latin typeface="+mn-lt"/>
        <a:ea typeface="+mn-ea"/>
        <a:cs typeface="+mn-cs"/>
      </a:defRPr>
    </a:lvl4pPr>
    <a:lvl5pPr marL="1828800" algn="l" defTabSz="914400" rtl="0" eaLnBrk="1" latinLnBrk="0" hangingPunct="1">
      <a:defRPr lang="it-IT" sz="1800" kern="1200">
        <a:solidFill>
          <a:schemeClr val="tx1"/>
        </a:solidFill>
        <a:latin typeface="+mn-lt"/>
        <a:ea typeface="+mn-ea"/>
        <a:cs typeface="+mn-cs"/>
      </a:defRPr>
    </a:lvl5pPr>
    <a:lvl6pPr marL="2286000" algn="l" defTabSz="914400" rtl="0" eaLnBrk="1" latinLnBrk="0" hangingPunct="1">
      <a:defRPr lang="it-IT" sz="1800" kern="1200">
        <a:solidFill>
          <a:schemeClr val="tx1"/>
        </a:solidFill>
        <a:latin typeface="+mn-lt"/>
        <a:ea typeface="+mn-ea"/>
        <a:cs typeface="+mn-cs"/>
      </a:defRPr>
    </a:lvl6pPr>
    <a:lvl7pPr marL="2743200" algn="l" defTabSz="914400" rtl="0" eaLnBrk="1" latinLnBrk="0" hangingPunct="1">
      <a:defRPr lang="it-IT" sz="1800" kern="1200">
        <a:solidFill>
          <a:schemeClr val="tx1"/>
        </a:solidFill>
        <a:latin typeface="+mn-lt"/>
        <a:ea typeface="+mn-ea"/>
        <a:cs typeface="+mn-cs"/>
      </a:defRPr>
    </a:lvl7pPr>
    <a:lvl8pPr marL="3200400" algn="l" defTabSz="914400" rtl="0" eaLnBrk="1" latinLnBrk="0" hangingPunct="1">
      <a:defRPr lang="it-IT" sz="1800" kern="1200">
        <a:solidFill>
          <a:schemeClr val="tx1"/>
        </a:solidFill>
        <a:latin typeface="+mn-lt"/>
        <a:ea typeface="+mn-ea"/>
        <a:cs typeface="+mn-cs"/>
      </a:defRPr>
    </a:lvl8pPr>
    <a:lvl9pPr marL="3657600" algn="l" defTabSz="914400" rtl="0" eaLnBrk="1" latinLnBrk="0" hangingPunct="1">
      <a:defRPr lang="it-IT"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ore"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8A107856-5554-42FB-B03E-39F5DBC370B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6327" autoAdjust="0"/>
  </p:normalViewPr>
  <p:slideViewPr>
    <p:cSldViewPr snapToGrid="0">
      <p:cViewPr varScale="1">
        <p:scale>
          <a:sx n="104" d="100"/>
          <a:sy n="104" d="100"/>
        </p:scale>
        <p:origin x="144" y="25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showGuides="1">
      <p:cViewPr varScale="1">
        <p:scale>
          <a:sx n="82" d="100"/>
          <a:sy n="82" d="100"/>
        </p:scale>
        <p:origin x="3954"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commentAuthors" Target="commentAuthors.xml"/><Relationship Id="rId27"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Segnaposto data 2">
            <a:extLst>
              <a:ext uri="{FF2B5EF4-FFF2-40B4-BE49-F238E27FC236}">
                <a16:creationId xmlns:a16="http://schemas.microsoft.com/office/drawing/2014/main" id="{08F6756E-81DA-9FAC-70D8-556F658BDDA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lang="it-IT" sz="1200"/>
            </a:lvl1pPr>
          </a:lstStyle>
          <a:p>
            <a:pPr rtl="0"/>
            <a:fld id="{F43FFF67-0A66-4BA5-8D01-D7436A93C5DC}" type="datetime1">
              <a:rPr lang="it-IT" smtClean="0"/>
              <a:t>31/07/2025</a:t>
            </a:fld>
            <a:endParaRPr lang="it-IT" dirty="0"/>
          </a:p>
        </p:txBody>
      </p:sp>
      <p:sp>
        <p:nvSpPr>
          <p:cNvPr id="6" name="Segnaposto numero diapositiva 5">
            <a:extLst>
              <a:ext uri="{FF2B5EF4-FFF2-40B4-BE49-F238E27FC236}">
                <a16:creationId xmlns:a16="http://schemas.microsoft.com/office/drawing/2014/main" id="{A771D415-D05A-7067-CCD3-457153D96CD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lang="it-IT" sz="1200"/>
            </a:lvl1pPr>
          </a:lstStyle>
          <a:p>
            <a:pPr rtl="0"/>
            <a:fld id="{E2C230DF-5933-439D-898F-38E9AC9BA688}" type="slidenum">
              <a:rPr lang="it-IT" smtClean="0"/>
              <a:t>‹#›</a:t>
            </a:fld>
            <a:endParaRPr lang="it-IT" dirty="0"/>
          </a:p>
        </p:txBody>
      </p:sp>
      <p:sp>
        <p:nvSpPr>
          <p:cNvPr id="7" name="Segnaposto piè di pagina 6">
            <a:extLst>
              <a:ext uri="{FF2B5EF4-FFF2-40B4-BE49-F238E27FC236}">
                <a16:creationId xmlns:a16="http://schemas.microsoft.com/office/drawing/2014/main" id="{B97095E3-54D2-CFD2-4F49-7536FC8641D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lang="it-IT" sz="1200"/>
            </a:lvl1pPr>
          </a:lstStyle>
          <a:p>
            <a:pPr rtl="0"/>
            <a:endParaRPr lang="it-IT" dirty="0"/>
          </a:p>
        </p:txBody>
      </p:sp>
      <p:sp>
        <p:nvSpPr>
          <p:cNvPr id="8" name="Segnaposto intestazione 7">
            <a:extLst>
              <a:ext uri="{FF2B5EF4-FFF2-40B4-BE49-F238E27FC236}">
                <a16:creationId xmlns:a16="http://schemas.microsoft.com/office/drawing/2014/main" id="{521EE01A-C0B5-5ECF-96DD-768F86AA15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it-IT" sz="1200"/>
            </a:lvl1pPr>
          </a:lstStyle>
          <a:p>
            <a:pPr rtl="0"/>
            <a:endParaRPr lang="it-IT" dirty="0"/>
          </a:p>
        </p:txBody>
      </p:sp>
    </p:spTree>
    <p:extLst>
      <p:ext uri="{BB962C8B-B14F-4D97-AF65-F5344CB8AC3E}">
        <p14:creationId xmlns:p14="http://schemas.microsoft.com/office/powerpoint/2010/main" val="265322844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it-IT" sz="1200"/>
            </a:lvl1pPr>
          </a:lstStyle>
          <a:p>
            <a:pPr rtl="0"/>
            <a:endParaRPr lang="it-IT" dirty="0"/>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lang="it-IT" sz="1200"/>
            </a:lvl1pPr>
          </a:lstStyle>
          <a:p>
            <a:fld id="{CCC7B77D-D2C2-452D-80DB-AB1E949B0C69}" type="datetime1">
              <a:rPr lang="it-IT" smtClean="0"/>
              <a:pPr/>
              <a:t>31/07/2025</a:t>
            </a:fld>
            <a:endParaRPr lang="it-IT" dirty="0"/>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defPPr>
              <a:defRPr lang="it-IT"/>
            </a:defPPr>
          </a:lstStyle>
          <a:p>
            <a:pPr rtl="0"/>
            <a:endParaRPr lang="it-IT" dirty="0"/>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defPPr>
              <a:defRPr lang="it-IT"/>
            </a:defPPr>
          </a:lstStyle>
          <a:p>
            <a:pPr lvl="0" rtl="0"/>
            <a:r>
              <a:rPr lang="it-IT"/>
              <a:t>Fare clic per modificare lo stile del titolo</a:t>
            </a:r>
          </a:p>
          <a:p>
            <a:pPr lvl="1" rtl="0"/>
            <a:r>
              <a:rPr lang="it-IT"/>
              <a:t>Secondo livello</a:t>
            </a:r>
          </a:p>
          <a:p>
            <a:pPr lvl="2" rtl="0"/>
            <a:r>
              <a:rPr lang="it-IT"/>
              <a:t>Terzo livello</a:t>
            </a:r>
          </a:p>
          <a:p>
            <a:pPr lvl="3" rtl="0"/>
            <a:r>
              <a:rPr lang="it-IT"/>
              <a:t>Quarto livello</a:t>
            </a:r>
          </a:p>
          <a:p>
            <a:pPr lvl="4" rtl="0"/>
            <a:r>
              <a:rPr lang="it-IT"/>
              <a:t>Quinto livello</a:t>
            </a:r>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lang="it-IT" sz="1200"/>
            </a:lvl1pPr>
          </a:lstStyle>
          <a:p>
            <a:pPr rtl="0"/>
            <a:endParaRPr lang="it-IT" dirty="0"/>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lang="it-IT" sz="1200"/>
            </a:lvl1pPr>
          </a:lstStyle>
          <a:p>
            <a:pPr rtl="0"/>
            <a:fld id="{A89C7E07-3C67-C64C-8DA0-0404F6303970}" type="slidenum">
              <a:rPr lang="it-IT" smtClean="0"/>
              <a:t>‹#›</a:t>
            </a:fld>
            <a:endParaRPr lang="it-IT" dirty="0"/>
          </a:p>
        </p:txBody>
      </p:sp>
    </p:spTree>
    <p:extLst>
      <p:ext uri="{BB962C8B-B14F-4D97-AF65-F5344CB8AC3E}">
        <p14:creationId xmlns:p14="http://schemas.microsoft.com/office/powerpoint/2010/main" val="4032528379"/>
      </p:ext>
    </p:extLst>
  </p:cSld>
  <p:clrMap bg1="lt1" tx1="dk1" bg2="lt2" tx2="dk2" accent1="accent1" accent2="accent2" accent3="accent3" accent4="accent4" accent5="accent5" accent6="accent6" hlink="hlink" folHlink="folHlink"/>
  <p:notesStyle>
    <a:lvl1pPr marL="0" algn="l" defTabSz="914400" rtl="0" eaLnBrk="1" latinLnBrk="0" hangingPunct="1">
      <a:defRPr lang="it-IT" sz="1200" kern="1200">
        <a:solidFill>
          <a:schemeClr val="tx1"/>
        </a:solidFill>
        <a:latin typeface="+mn-lt"/>
        <a:ea typeface="+mn-ea"/>
        <a:cs typeface="+mn-cs"/>
      </a:defRPr>
    </a:lvl1pPr>
    <a:lvl2pPr marL="457200" algn="l" defTabSz="914400" rtl="0" eaLnBrk="1" latinLnBrk="0" hangingPunct="1">
      <a:defRPr lang="it-IT" sz="1200" kern="1200">
        <a:solidFill>
          <a:schemeClr val="tx1"/>
        </a:solidFill>
        <a:latin typeface="+mn-lt"/>
        <a:ea typeface="+mn-ea"/>
        <a:cs typeface="+mn-cs"/>
      </a:defRPr>
    </a:lvl2pPr>
    <a:lvl3pPr marL="914400" algn="l" defTabSz="914400" rtl="0" eaLnBrk="1" latinLnBrk="0" hangingPunct="1">
      <a:defRPr lang="it-IT" sz="1200" kern="1200">
        <a:solidFill>
          <a:schemeClr val="tx1"/>
        </a:solidFill>
        <a:latin typeface="+mn-lt"/>
        <a:ea typeface="+mn-ea"/>
        <a:cs typeface="+mn-cs"/>
      </a:defRPr>
    </a:lvl3pPr>
    <a:lvl4pPr marL="1371600" algn="l" defTabSz="914400" rtl="0" eaLnBrk="1" latinLnBrk="0" hangingPunct="1">
      <a:defRPr lang="it-IT" sz="1200" kern="1200">
        <a:solidFill>
          <a:schemeClr val="tx1"/>
        </a:solidFill>
        <a:latin typeface="+mn-lt"/>
        <a:ea typeface="+mn-ea"/>
        <a:cs typeface="+mn-cs"/>
      </a:defRPr>
    </a:lvl4pPr>
    <a:lvl5pPr marL="1828800" algn="l" defTabSz="914400" rtl="0" eaLnBrk="1" latinLnBrk="0" hangingPunct="1">
      <a:defRPr lang="it-IT" sz="1200" kern="1200">
        <a:solidFill>
          <a:schemeClr val="tx1"/>
        </a:solidFill>
        <a:latin typeface="+mn-lt"/>
        <a:ea typeface="+mn-ea"/>
        <a:cs typeface="+mn-cs"/>
      </a:defRPr>
    </a:lvl5pPr>
    <a:lvl6pPr marL="2286000" algn="l" defTabSz="914400" rtl="0" eaLnBrk="1" latinLnBrk="0" hangingPunct="1">
      <a:defRPr lang="it-IT" sz="1200" kern="1200">
        <a:solidFill>
          <a:schemeClr val="tx1"/>
        </a:solidFill>
        <a:latin typeface="+mn-lt"/>
        <a:ea typeface="+mn-ea"/>
        <a:cs typeface="+mn-cs"/>
      </a:defRPr>
    </a:lvl6pPr>
    <a:lvl7pPr marL="2743200" algn="l" defTabSz="914400" rtl="0" eaLnBrk="1" latinLnBrk="0" hangingPunct="1">
      <a:defRPr lang="it-IT" sz="1200" kern="1200">
        <a:solidFill>
          <a:schemeClr val="tx1"/>
        </a:solidFill>
        <a:latin typeface="+mn-lt"/>
        <a:ea typeface="+mn-ea"/>
        <a:cs typeface="+mn-cs"/>
      </a:defRPr>
    </a:lvl7pPr>
    <a:lvl8pPr marL="3200400" algn="l" defTabSz="914400" rtl="0" eaLnBrk="1" latinLnBrk="0" hangingPunct="1">
      <a:defRPr lang="it-IT" sz="1200" kern="1200">
        <a:solidFill>
          <a:schemeClr val="tx1"/>
        </a:solidFill>
        <a:latin typeface="+mn-lt"/>
        <a:ea typeface="+mn-ea"/>
        <a:cs typeface="+mn-cs"/>
      </a:defRPr>
    </a:lvl8pPr>
    <a:lvl9pPr marL="3657600" algn="l" defTabSz="914400" rtl="0" eaLnBrk="1" latinLnBrk="0" hangingPunct="1">
      <a:defRPr lang="it-IT"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rtlCol="0"/>
          <a:lstStyle>
            <a:defPPr>
              <a:defRPr lang="it-IT"/>
            </a:defPPr>
          </a:lstStyle>
          <a:p>
            <a:pPr rtl="0"/>
            <a:endParaRPr lang="it-IT" dirty="0"/>
          </a:p>
        </p:txBody>
      </p:sp>
      <p:sp>
        <p:nvSpPr>
          <p:cNvPr id="4" name="Segnaposto numero diapositiva 3"/>
          <p:cNvSpPr>
            <a:spLocks noGrp="1"/>
          </p:cNvSpPr>
          <p:nvPr>
            <p:ph type="sldNum" sz="quarter" idx="5"/>
          </p:nvPr>
        </p:nvSpPr>
        <p:spPr/>
        <p:txBody>
          <a:bodyPr rtlCol="0"/>
          <a:lstStyle>
            <a:defPPr>
              <a:defRPr lang="it-IT"/>
            </a:defPPr>
          </a:lstStyle>
          <a:p>
            <a:pPr rtl="0"/>
            <a:fld id="{A89C7E07-3C67-C64C-8DA0-0404F6303970}" type="slidenum">
              <a:rPr lang="it-IT" smtClean="0"/>
              <a:t>1</a:t>
            </a:fld>
            <a:endParaRPr lang="it-IT" dirty="0"/>
          </a:p>
        </p:txBody>
      </p:sp>
    </p:spTree>
    <p:extLst>
      <p:ext uri="{BB962C8B-B14F-4D97-AF65-F5344CB8AC3E}">
        <p14:creationId xmlns:p14="http://schemas.microsoft.com/office/powerpoint/2010/main" val="10924538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rtlCol="0"/>
          <a:lstStyle>
            <a:defPPr>
              <a:defRPr lang="it-IT"/>
            </a:defPPr>
          </a:lstStyle>
          <a:p>
            <a:pPr rtl="0"/>
            <a:endParaRPr lang="it-IT" dirty="0"/>
          </a:p>
        </p:txBody>
      </p:sp>
      <p:sp>
        <p:nvSpPr>
          <p:cNvPr id="4" name="Segnaposto numero diapositiva 3"/>
          <p:cNvSpPr>
            <a:spLocks noGrp="1"/>
          </p:cNvSpPr>
          <p:nvPr>
            <p:ph type="sldNum" sz="quarter" idx="5"/>
          </p:nvPr>
        </p:nvSpPr>
        <p:spPr/>
        <p:txBody>
          <a:bodyPr rtlCol="0"/>
          <a:lstStyle>
            <a:defPPr>
              <a:defRPr lang="it-IT"/>
            </a:defPPr>
          </a:lstStyle>
          <a:p>
            <a:pPr rtl="0"/>
            <a:fld id="{A89C7E07-3C67-C64C-8DA0-0404F6303970}" type="slidenum">
              <a:rPr lang="it-IT" smtClean="0"/>
              <a:t>2</a:t>
            </a:fld>
            <a:endParaRPr lang="it-IT" dirty="0"/>
          </a:p>
        </p:txBody>
      </p:sp>
    </p:spTree>
    <p:extLst>
      <p:ext uri="{BB962C8B-B14F-4D97-AF65-F5344CB8AC3E}">
        <p14:creationId xmlns:p14="http://schemas.microsoft.com/office/powerpoint/2010/main" val="31134168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rtlCol="0"/>
          <a:lstStyle>
            <a:defPPr>
              <a:defRPr lang="it-IT"/>
            </a:defPPr>
          </a:lstStyle>
          <a:p>
            <a:pPr rtl="0"/>
            <a:endParaRPr lang="it-IT" dirty="0"/>
          </a:p>
        </p:txBody>
      </p:sp>
      <p:sp>
        <p:nvSpPr>
          <p:cNvPr id="4" name="Segnaposto numero diapositiva 3"/>
          <p:cNvSpPr>
            <a:spLocks noGrp="1"/>
          </p:cNvSpPr>
          <p:nvPr>
            <p:ph type="sldNum" sz="quarter" idx="5"/>
          </p:nvPr>
        </p:nvSpPr>
        <p:spPr/>
        <p:txBody>
          <a:bodyPr rtlCol="0"/>
          <a:lstStyle>
            <a:defPPr>
              <a:defRPr lang="it-IT"/>
            </a:defPPr>
          </a:lstStyle>
          <a:p>
            <a:pPr rtl="0"/>
            <a:fld id="{A89C7E07-3C67-C64C-8DA0-0404F6303970}" type="slidenum">
              <a:rPr lang="it-IT" smtClean="0"/>
              <a:t>3</a:t>
            </a:fld>
            <a:endParaRPr lang="it-IT" dirty="0"/>
          </a:p>
        </p:txBody>
      </p:sp>
    </p:spTree>
    <p:extLst>
      <p:ext uri="{BB962C8B-B14F-4D97-AF65-F5344CB8AC3E}">
        <p14:creationId xmlns:p14="http://schemas.microsoft.com/office/powerpoint/2010/main" val="35762480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rtlCol="0"/>
          <a:lstStyle>
            <a:defPPr>
              <a:defRPr lang="it-IT"/>
            </a:defPPr>
          </a:lstStyle>
          <a:p>
            <a:pPr rtl="0"/>
            <a:endParaRPr lang="it-IT" dirty="0"/>
          </a:p>
        </p:txBody>
      </p:sp>
      <p:sp>
        <p:nvSpPr>
          <p:cNvPr id="4" name="Segnaposto numero diapositiva 3"/>
          <p:cNvSpPr>
            <a:spLocks noGrp="1"/>
          </p:cNvSpPr>
          <p:nvPr>
            <p:ph type="sldNum" sz="quarter" idx="5"/>
          </p:nvPr>
        </p:nvSpPr>
        <p:spPr/>
        <p:txBody>
          <a:bodyPr rtlCol="0"/>
          <a:lstStyle>
            <a:defPPr>
              <a:defRPr lang="it-IT"/>
            </a:defPPr>
          </a:lstStyle>
          <a:p>
            <a:pPr rtl="0"/>
            <a:fld id="{A89C7E07-3C67-C64C-8DA0-0404F6303970}" type="slidenum">
              <a:rPr lang="it-IT" smtClean="0"/>
              <a:t>4</a:t>
            </a:fld>
            <a:endParaRPr lang="it-IT" dirty="0"/>
          </a:p>
        </p:txBody>
      </p:sp>
    </p:spTree>
    <p:extLst>
      <p:ext uri="{BB962C8B-B14F-4D97-AF65-F5344CB8AC3E}">
        <p14:creationId xmlns:p14="http://schemas.microsoft.com/office/powerpoint/2010/main" val="39082765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CECD5-825D-987E-D45F-E4F4D740E5F7}"/>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096E095D-F4C1-CC6F-396D-736A2559C270}"/>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24D78FC6-F217-D56E-454A-15A5B80EB51E}"/>
              </a:ext>
            </a:extLst>
          </p:cNvPr>
          <p:cNvSpPr>
            <a:spLocks noGrp="1"/>
          </p:cNvSpPr>
          <p:nvPr>
            <p:ph type="body" idx="1"/>
          </p:nvPr>
        </p:nvSpPr>
        <p:spPr/>
        <p:txBody>
          <a:bodyPr rtlCol="0"/>
          <a:lstStyle>
            <a:defPPr>
              <a:defRPr lang="it-IT"/>
            </a:defPPr>
          </a:lstStyle>
          <a:p>
            <a:pPr rtl="0"/>
            <a:endParaRPr lang="it-IT" dirty="0"/>
          </a:p>
        </p:txBody>
      </p:sp>
      <p:sp>
        <p:nvSpPr>
          <p:cNvPr id="4" name="Segnaposto numero diapositiva 3">
            <a:extLst>
              <a:ext uri="{FF2B5EF4-FFF2-40B4-BE49-F238E27FC236}">
                <a16:creationId xmlns:a16="http://schemas.microsoft.com/office/drawing/2014/main" id="{AE1DEB8D-9094-C238-1087-16FCD06E8F12}"/>
              </a:ext>
            </a:extLst>
          </p:cNvPr>
          <p:cNvSpPr>
            <a:spLocks noGrp="1"/>
          </p:cNvSpPr>
          <p:nvPr>
            <p:ph type="sldNum" sz="quarter" idx="5"/>
          </p:nvPr>
        </p:nvSpPr>
        <p:spPr/>
        <p:txBody>
          <a:bodyPr rtlCol="0"/>
          <a:lstStyle>
            <a:defPPr>
              <a:defRPr lang="it-IT"/>
            </a:defPPr>
          </a:lstStyle>
          <a:p>
            <a:pPr rtl="0"/>
            <a:fld id="{A89C7E07-3C67-C64C-8DA0-0404F6303970}" type="slidenum">
              <a:rPr lang="it-IT" smtClean="0"/>
              <a:t>5</a:t>
            </a:fld>
            <a:endParaRPr lang="it-IT" dirty="0"/>
          </a:p>
        </p:txBody>
      </p:sp>
    </p:spTree>
    <p:extLst>
      <p:ext uri="{BB962C8B-B14F-4D97-AF65-F5344CB8AC3E}">
        <p14:creationId xmlns:p14="http://schemas.microsoft.com/office/powerpoint/2010/main" val="12524694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rtlCol="0"/>
          <a:lstStyle>
            <a:defPPr>
              <a:defRPr lang="it-IT"/>
            </a:defPPr>
          </a:lstStyle>
          <a:p>
            <a:pPr rtl="0"/>
            <a:endParaRPr lang="it-IT" dirty="0"/>
          </a:p>
        </p:txBody>
      </p:sp>
      <p:sp>
        <p:nvSpPr>
          <p:cNvPr id="4" name="Segnaposto numero diapositiva 3"/>
          <p:cNvSpPr>
            <a:spLocks noGrp="1"/>
          </p:cNvSpPr>
          <p:nvPr>
            <p:ph type="sldNum" sz="quarter" idx="5"/>
          </p:nvPr>
        </p:nvSpPr>
        <p:spPr/>
        <p:txBody>
          <a:bodyPr rtlCol="0"/>
          <a:lstStyle>
            <a:defPPr>
              <a:defRPr lang="it-IT"/>
            </a:defPPr>
          </a:lstStyle>
          <a:p>
            <a:pPr rtl="0"/>
            <a:fld id="{A89C7E07-3C67-C64C-8DA0-0404F6303970}" type="slidenum">
              <a:rPr lang="it-IT" smtClean="0"/>
              <a:t>6</a:t>
            </a:fld>
            <a:endParaRPr lang="it-IT" dirty="0"/>
          </a:p>
        </p:txBody>
      </p:sp>
    </p:spTree>
    <p:extLst>
      <p:ext uri="{BB962C8B-B14F-4D97-AF65-F5344CB8AC3E}">
        <p14:creationId xmlns:p14="http://schemas.microsoft.com/office/powerpoint/2010/main" val="29947593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BBC04D-2568-C19F-6211-ABA7996CBC5B}"/>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BBBD96A4-D432-FA69-5E46-4DF91D77CA91}"/>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EF639921-CFBB-DE6F-31EB-81B758CA0268}"/>
              </a:ext>
            </a:extLst>
          </p:cNvPr>
          <p:cNvSpPr>
            <a:spLocks noGrp="1"/>
          </p:cNvSpPr>
          <p:nvPr>
            <p:ph type="body" idx="1"/>
          </p:nvPr>
        </p:nvSpPr>
        <p:spPr/>
        <p:txBody>
          <a:bodyPr rtlCol="0"/>
          <a:lstStyle>
            <a:defPPr>
              <a:defRPr lang="it-IT"/>
            </a:defPPr>
          </a:lstStyle>
          <a:p>
            <a:pPr rtl="0"/>
            <a:endParaRPr lang="it-IT" dirty="0"/>
          </a:p>
        </p:txBody>
      </p:sp>
      <p:sp>
        <p:nvSpPr>
          <p:cNvPr id="4" name="Segnaposto numero diapositiva 3">
            <a:extLst>
              <a:ext uri="{FF2B5EF4-FFF2-40B4-BE49-F238E27FC236}">
                <a16:creationId xmlns:a16="http://schemas.microsoft.com/office/drawing/2014/main" id="{4453E3F8-8185-F97B-2F08-1F44FCE2A5AB}"/>
              </a:ext>
            </a:extLst>
          </p:cNvPr>
          <p:cNvSpPr>
            <a:spLocks noGrp="1"/>
          </p:cNvSpPr>
          <p:nvPr>
            <p:ph type="sldNum" sz="quarter" idx="5"/>
          </p:nvPr>
        </p:nvSpPr>
        <p:spPr/>
        <p:txBody>
          <a:bodyPr rtlCol="0"/>
          <a:lstStyle>
            <a:defPPr>
              <a:defRPr lang="it-IT"/>
            </a:defPPr>
          </a:lstStyle>
          <a:p>
            <a:pPr rtl="0"/>
            <a:fld id="{A89C7E07-3C67-C64C-8DA0-0404F6303970}" type="slidenum">
              <a:rPr lang="it-IT" smtClean="0"/>
              <a:t>7</a:t>
            </a:fld>
            <a:endParaRPr lang="it-IT" dirty="0"/>
          </a:p>
        </p:txBody>
      </p:sp>
    </p:spTree>
    <p:extLst>
      <p:ext uri="{BB962C8B-B14F-4D97-AF65-F5344CB8AC3E}">
        <p14:creationId xmlns:p14="http://schemas.microsoft.com/office/powerpoint/2010/main" val="37277777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rtlCol="0"/>
          <a:lstStyle>
            <a:defPPr>
              <a:defRPr lang="it-IT"/>
            </a:defPPr>
          </a:lstStyle>
          <a:p>
            <a:pPr rtl="0"/>
            <a:endParaRPr lang="it-IT" dirty="0"/>
          </a:p>
        </p:txBody>
      </p:sp>
      <p:sp>
        <p:nvSpPr>
          <p:cNvPr id="4" name="Segnaposto numero diapositiva 3"/>
          <p:cNvSpPr>
            <a:spLocks noGrp="1"/>
          </p:cNvSpPr>
          <p:nvPr>
            <p:ph type="sldNum" sz="quarter" idx="5"/>
          </p:nvPr>
        </p:nvSpPr>
        <p:spPr/>
        <p:txBody>
          <a:bodyPr rtlCol="0"/>
          <a:lstStyle>
            <a:defPPr>
              <a:defRPr lang="it-IT"/>
            </a:defPPr>
          </a:lstStyle>
          <a:p>
            <a:pPr rtl="0"/>
            <a:fld id="{A89C7E07-3C67-C64C-8DA0-0404F6303970}" type="slidenum">
              <a:rPr lang="it-IT" smtClean="0"/>
              <a:t>8</a:t>
            </a:fld>
            <a:endParaRPr lang="it-IT" dirty="0"/>
          </a:p>
        </p:txBody>
      </p:sp>
    </p:spTree>
    <p:extLst>
      <p:ext uri="{BB962C8B-B14F-4D97-AF65-F5344CB8AC3E}">
        <p14:creationId xmlns:p14="http://schemas.microsoft.com/office/powerpoint/2010/main" val="23861837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52B381-CE39-F3A1-243F-66AFF61BCE1E}"/>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CFDBECF1-797E-3BC3-5A3D-3B34712988FE}"/>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6DFCA2C1-B114-E330-1D75-94EDC13FE5AC}"/>
              </a:ext>
            </a:extLst>
          </p:cNvPr>
          <p:cNvSpPr>
            <a:spLocks noGrp="1"/>
          </p:cNvSpPr>
          <p:nvPr>
            <p:ph type="body" idx="1"/>
          </p:nvPr>
        </p:nvSpPr>
        <p:spPr/>
        <p:txBody>
          <a:bodyPr rtlCol="0"/>
          <a:lstStyle>
            <a:defPPr>
              <a:defRPr lang="it-IT"/>
            </a:defPPr>
          </a:lstStyle>
          <a:p>
            <a:pPr rtl="0"/>
            <a:endParaRPr lang="it-IT" dirty="0"/>
          </a:p>
        </p:txBody>
      </p:sp>
      <p:sp>
        <p:nvSpPr>
          <p:cNvPr id="4" name="Segnaposto numero diapositiva 3">
            <a:extLst>
              <a:ext uri="{FF2B5EF4-FFF2-40B4-BE49-F238E27FC236}">
                <a16:creationId xmlns:a16="http://schemas.microsoft.com/office/drawing/2014/main" id="{C5A9009C-F3AD-7522-2F2D-E043A43B2827}"/>
              </a:ext>
            </a:extLst>
          </p:cNvPr>
          <p:cNvSpPr>
            <a:spLocks noGrp="1"/>
          </p:cNvSpPr>
          <p:nvPr>
            <p:ph type="sldNum" sz="quarter" idx="5"/>
          </p:nvPr>
        </p:nvSpPr>
        <p:spPr/>
        <p:txBody>
          <a:bodyPr rtlCol="0"/>
          <a:lstStyle>
            <a:defPPr>
              <a:defRPr lang="it-IT"/>
            </a:defPPr>
          </a:lstStyle>
          <a:p>
            <a:pPr rtl="0"/>
            <a:fld id="{A89C7E07-3C67-C64C-8DA0-0404F6303970}" type="slidenum">
              <a:rPr lang="it-IT" smtClean="0"/>
              <a:t>9</a:t>
            </a:fld>
            <a:endParaRPr lang="it-IT" dirty="0"/>
          </a:p>
        </p:txBody>
      </p:sp>
    </p:spTree>
    <p:extLst>
      <p:ext uri="{BB962C8B-B14F-4D97-AF65-F5344CB8AC3E}">
        <p14:creationId xmlns:p14="http://schemas.microsoft.com/office/powerpoint/2010/main" val="7252920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59214C-B308-DC6D-3AB6-35E4A64D0E46}"/>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15586823-0A4B-A402-202B-E5AED53DFFC6}"/>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69311E23-175D-BBF6-D094-8ED2D4F6B47A}"/>
              </a:ext>
            </a:extLst>
          </p:cNvPr>
          <p:cNvSpPr>
            <a:spLocks noGrp="1"/>
          </p:cNvSpPr>
          <p:nvPr>
            <p:ph type="body" idx="1"/>
          </p:nvPr>
        </p:nvSpPr>
        <p:spPr/>
        <p:txBody>
          <a:bodyPr rtlCol="0"/>
          <a:lstStyle>
            <a:defPPr>
              <a:defRPr lang="it-IT"/>
            </a:defPPr>
          </a:lstStyle>
          <a:p>
            <a:pPr rtl="0"/>
            <a:endParaRPr lang="it-IT" dirty="0"/>
          </a:p>
        </p:txBody>
      </p:sp>
      <p:sp>
        <p:nvSpPr>
          <p:cNvPr id="4" name="Segnaposto numero diapositiva 3">
            <a:extLst>
              <a:ext uri="{FF2B5EF4-FFF2-40B4-BE49-F238E27FC236}">
                <a16:creationId xmlns:a16="http://schemas.microsoft.com/office/drawing/2014/main" id="{5D1BDAB0-3010-D4D8-28F5-654FFB2C5D6D}"/>
              </a:ext>
            </a:extLst>
          </p:cNvPr>
          <p:cNvSpPr>
            <a:spLocks noGrp="1"/>
          </p:cNvSpPr>
          <p:nvPr>
            <p:ph type="sldNum" sz="quarter" idx="5"/>
          </p:nvPr>
        </p:nvSpPr>
        <p:spPr/>
        <p:txBody>
          <a:bodyPr rtlCol="0"/>
          <a:lstStyle>
            <a:defPPr>
              <a:defRPr lang="it-IT"/>
            </a:defPPr>
          </a:lstStyle>
          <a:p>
            <a:pPr rtl="0"/>
            <a:fld id="{A89C7E07-3C67-C64C-8DA0-0404F6303970}" type="slidenum">
              <a:rPr lang="it-IT" smtClean="0"/>
              <a:t>10</a:t>
            </a:fld>
            <a:endParaRPr lang="it-IT" dirty="0"/>
          </a:p>
        </p:txBody>
      </p:sp>
    </p:spTree>
    <p:extLst>
      <p:ext uri="{BB962C8B-B14F-4D97-AF65-F5344CB8AC3E}">
        <p14:creationId xmlns:p14="http://schemas.microsoft.com/office/powerpoint/2010/main" val="6097512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rtlCol="0"/>
          <a:lstStyle>
            <a:defPPr>
              <a:defRPr lang="it-IT"/>
            </a:defPPr>
          </a:lstStyle>
          <a:p>
            <a:pPr rtl="0"/>
            <a:endParaRPr lang="it-IT" dirty="0"/>
          </a:p>
        </p:txBody>
      </p:sp>
      <p:sp>
        <p:nvSpPr>
          <p:cNvPr id="4" name="Segnaposto numero diapositiva 3"/>
          <p:cNvSpPr>
            <a:spLocks noGrp="1"/>
          </p:cNvSpPr>
          <p:nvPr>
            <p:ph type="sldNum" sz="quarter" idx="5"/>
          </p:nvPr>
        </p:nvSpPr>
        <p:spPr/>
        <p:txBody>
          <a:bodyPr rtlCol="0"/>
          <a:lstStyle>
            <a:defPPr>
              <a:defRPr lang="it-IT"/>
            </a:defPPr>
          </a:lstStyle>
          <a:p>
            <a:pPr rtl="0"/>
            <a:fld id="{A89C7E07-3C67-C64C-8DA0-0404F6303970}" type="slidenum">
              <a:rPr lang="it-IT" smtClean="0"/>
              <a:t>11</a:t>
            </a:fld>
            <a:endParaRPr lang="it-IT" dirty="0"/>
          </a:p>
        </p:txBody>
      </p:sp>
    </p:spTree>
    <p:extLst>
      <p:ext uri="{BB962C8B-B14F-4D97-AF65-F5344CB8AC3E}">
        <p14:creationId xmlns:p14="http://schemas.microsoft.com/office/powerpoint/2010/main" val="5011604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rtlCol="0"/>
          <a:lstStyle>
            <a:defPPr>
              <a:defRPr lang="it-IT"/>
            </a:defPPr>
          </a:lstStyle>
          <a:p>
            <a:pPr rtl="0"/>
            <a:endParaRPr lang="it-IT" dirty="0"/>
          </a:p>
        </p:txBody>
      </p:sp>
      <p:sp>
        <p:nvSpPr>
          <p:cNvPr id="4" name="Segnaposto numero diapositiva 3"/>
          <p:cNvSpPr>
            <a:spLocks noGrp="1"/>
          </p:cNvSpPr>
          <p:nvPr>
            <p:ph type="sldNum" sz="quarter" idx="5"/>
          </p:nvPr>
        </p:nvSpPr>
        <p:spPr/>
        <p:txBody>
          <a:bodyPr rtlCol="0"/>
          <a:lstStyle>
            <a:defPPr>
              <a:defRPr lang="it-IT"/>
            </a:defPPr>
          </a:lstStyle>
          <a:p>
            <a:pPr rtl="0"/>
            <a:fld id="{A89C7E07-3C67-C64C-8DA0-0404F6303970}" type="slidenum">
              <a:rPr lang="it-IT" smtClean="0"/>
              <a:t>12</a:t>
            </a:fld>
            <a:endParaRPr lang="it-IT" dirty="0"/>
          </a:p>
        </p:txBody>
      </p:sp>
    </p:spTree>
    <p:extLst>
      <p:ext uri="{BB962C8B-B14F-4D97-AF65-F5344CB8AC3E}">
        <p14:creationId xmlns:p14="http://schemas.microsoft.com/office/powerpoint/2010/main" val="40502331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0D10FB-BD7C-9F13-DADE-38F77126059F}"/>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C32DC453-E31E-69D3-547C-B34BDEF870FB}"/>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493DAC53-E9D1-1DBB-F561-3B4C5DD04A65}"/>
              </a:ext>
            </a:extLst>
          </p:cNvPr>
          <p:cNvSpPr>
            <a:spLocks noGrp="1"/>
          </p:cNvSpPr>
          <p:nvPr>
            <p:ph type="body" idx="1"/>
          </p:nvPr>
        </p:nvSpPr>
        <p:spPr/>
        <p:txBody>
          <a:bodyPr rtlCol="0"/>
          <a:lstStyle>
            <a:defPPr>
              <a:defRPr lang="it-IT"/>
            </a:defPPr>
          </a:lstStyle>
          <a:p>
            <a:pPr rtl="0"/>
            <a:endParaRPr lang="it-IT" dirty="0"/>
          </a:p>
        </p:txBody>
      </p:sp>
      <p:sp>
        <p:nvSpPr>
          <p:cNvPr id="4" name="Segnaposto numero diapositiva 3">
            <a:extLst>
              <a:ext uri="{FF2B5EF4-FFF2-40B4-BE49-F238E27FC236}">
                <a16:creationId xmlns:a16="http://schemas.microsoft.com/office/drawing/2014/main" id="{5C45DACE-CDAB-33BB-56B1-F04DEE67EC18}"/>
              </a:ext>
            </a:extLst>
          </p:cNvPr>
          <p:cNvSpPr>
            <a:spLocks noGrp="1"/>
          </p:cNvSpPr>
          <p:nvPr>
            <p:ph type="sldNum" sz="quarter" idx="5"/>
          </p:nvPr>
        </p:nvSpPr>
        <p:spPr/>
        <p:txBody>
          <a:bodyPr rtlCol="0"/>
          <a:lstStyle>
            <a:defPPr>
              <a:defRPr lang="it-IT"/>
            </a:defPPr>
          </a:lstStyle>
          <a:p>
            <a:pPr rtl="0"/>
            <a:fld id="{A89C7E07-3C67-C64C-8DA0-0404F6303970}" type="slidenum">
              <a:rPr lang="it-IT" smtClean="0"/>
              <a:t>13</a:t>
            </a:fld>
            <a:endParaRPr lang="it-IT" dirty="0"/>
          </a:p>
        </p:txBody>
      </p:sp>
    </p:spTree>
    <p:extLst>
      <p:ext uri="{BB962C8B-B14F-4D97-AF65-F5344CB8AC3E}">
        <p14:creationId xmlns:p14="http://schemas.microsoft.com/office/powerpoint/2010/main" val="29061627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rtlCol="0"/>
          <a:lstStyle>
            <a:defPPr>
              <a:defRPr lang="it-IT"/>
            </a:defPPr>
          </a:lstStyle>
          <a:p>
            <a:pPr rtl="0"/>
            <a:endParaRPr lang="it-IT" dirty="0"/>
          </a:p>
        </p:txBody>
      </p:sp>
      <p:sp>
        <p:nvSpPr>
          <p:cNvPr id="4" name="Segnaposto numero diapositiva 3"/>
          <p:cNvSpPr>
            <a:spLocks noGrp="1"/>
          </p:cNvSpPr>
          <p:nvPr>
            <p:ph type="sldNum" sz="quarter" idx="5"/>
          </p:nvPr>
        </p:nvSpPr>
        <p:spPr/>
        <p:txBody>
          <a:bodyPr rtlCol="0"/>
          <a:lstStyle>
            <a:defPPr>
              <a:defRPr lang="it-IT"/>
            </a:defPPr>
          </a:lstStyle>
          <a:p>
            <a:pPr rtl="0"/>
            <a:fld id="{A89C7E07-3C67-C64C-8DA0-0404F6303970}" type="slidenum">
              <a:rPr lang="it-IT" smtClean="0"/>
              <a:t>14</a:t>
            </a:fld>
            <a:endParaRPr lang="it-IT" dirty="0"/>
          </a:p>
        </p:txBody>
      </p:sp>
    </p:spTree>
    <p:extLst>
      <p:ext uri="{BB962C8B-B14F-4D97-AF65-F5344CB8AC3E}">
        <p14:creationId xmlns:p14="http://schemas.microsoft.com/office/powerpoint/2010/main" val="51448814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rtlCol="0"/>
          <a:lstStyle>
            <a:defPPr>
              <a:defRPr lang="it-IT"/>
            </a:defPPr>
          </a:lstStyle>
          <a:p>
            <a:pPr rtl="0"/>
            <a:endParaRPr lang="it-IT" dirty="0"/>
          </a:p>
        </p:txBody>
      </p:sp>
      <p:sp>
        <p:nvSpPr>
          <p:cNvPr id="4" name="Segnaposto numero diapositiva 3"/>
          <p:cNvSpPr>
            <a:spLocks noGrp="1"/>
          </p:cNvSpPr>
          <p:nvPr>
            <p:ph type="sldNum" sz="quarter" idx="5"/>
          </p:nvPr>
        </p:nvSpPr>
        <p:spPr/>
        <p:txBody>
          <a:bodyPr rtlCol="0"/>
          <a:lstStyle>
            <a:defPPr>
              <a:defRPr lang="it-IT"/>
            </a:defPPr>
          </a:lstStyle>
          <a:p>
            <a:pPr rtl="0"/>
            <a:fld id="{A89C7E07-3C67-C64C-8DA0-0404F6303970}" type="slidenum">
              <a:rPr lang="it-IT" smtClean="0"/>
              <a:t>15</a:t>
            </a:fld>
            <a:endParaRPr lang="it-IT" dirty="0"/>
          </a:p>
        </p:txBody>
      </p:sp>
    </p:spTree>
    <p:extLst>
      <p:ext uri="{BB962C8B-B14F-4D97-AF65-F5344CB8AC3E}">
        <p14:creationId xmlns:p14="http://schemas.microsoft.com/office/powerpoint/2010/main" val="17659231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olo 1">
    <p:bg>
      <p:bgPr>
        <a:solidFill>
          <a:schemeClr val="tx1"/>
        </a:solid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309904" y="411479"/>
            <a:ext cx="5486400" cy="3291840"/>
          </a:xfrm>
          <a:prstGeom prst="rect">
            <a:avLst/>
          </a:prstGeom>
        </p:spPr>
        <p:txBody>
          <a:bodyPr lIns="0" tIns="0" rIns="0" bIns="0" rtlCol="0" anchor="b">
            <a:noAutofit/>
          </a:bodyPr>
          <a:lstStyle>
            <a:lvl1pPr algn="l">
              <a:lnSpc>
                <a:spcPct val="80000"/>
              </a:lnSpc>
              <a:defRPr lang="it-IT" sz="6000" b="1" i="0" spc="100" baseline="0">
                <a:solidFill>
                  <a:schemeClr val="bg1"/>
                </a:solidFill>
                <a:latin typeface="+mj-lt"/>
              </a:defRPr>
            </a:lvl1pPr>
          </a:lstStyle>
          <a:p>
            <a:pPr rtl="0"/>
            <a:r>
              <a:rPr lang="it-IT"/>
              <a:t>Fare clic per inserire il titolo </a:t>
            </a:r>
          </a:p>
        </p:txBody>
      </p:sp>
      <p:grpSp>
        <p:nvGrpSpPr>
          <p:cNvPr id="9" name="Gruppo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a:off x="1" y="758752"/>
            <a:ext cx="6099248" cy="6099248"/>
            <a:chOff x="0" y="12289"/>
            <a:chExt cx="3550" cy="3551"/>
          </a:xfrm>
        </p:grpSpPr>
        <p:sp>
          <p:nvSpPr>
            <p:cNvPr id="10" name="Figura a mano libera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it-IT"/>
              </a:defPPr>
            </a:lstStyle>
            <a:p>
              <a:pPr rtl="0"/>
              <a:endParaRPr lang="it-IT" dirty="0"/>
            </a:p>
          </p:txBody>
        </p:sp>
        <p:sp>
          <p:nvSpPr>
            <p:cNvPr id="11" name="Figura a mano libera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it-IT"/>
              </a:defPPr>
            </a:lstStyle>
            <a:p>
              <a:pPr rtl="0"/>
              <a:endParaRPr lang="it-IT" dirty="0"/>
            </a:p>
          </p:txBody>
        </p:sp>
        <p:sp>
          <p:nvSpPr>
            <p:cNvPr id="12" name="Figura a mano libera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it-IT"/>
              </a:defPPr>
            </a:lstStyle>
            <a:p>
              <a:pPr rtl="0"/>
              <a:endParaRPr lang="it-IT" dirty="0"/>
            </a:p>
          </p:txBody>
        </p:sp>
      </p:grpSp>
      <p:cxnSp>
        <p:nvCxnSpPr>
          <p:cNvPr id="13" name="Connettore diritto 12">
            <a:extLst>
              <a:ext uri="{FF2B5EF4-FFF2-40B4-BE49-F238E27FC236}">
                <a16:creationId xmlns:a16="http://schemas.microsoft.com/office/drawing/2014/main" id="{A69706A2-3726-FE4E-B923-E75D48597816}"/>
              </a:ext>
              <a:ext uri="{C183D7F6-B498-43B3-948B-1728B52AA6E4}">
                <adec:decorative xmlns:adec="http://schemas.microsoft.com/office/drawing/2017/decorative"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413275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1">
    <p:spTree>
      <p:nvGrpSpPr>
        <p:cNvPr id="1" name=""/>
        <p:cNvGrpSpPr/>
        <p:nvPr/>
      </p:nvGrpSpPr>
      <p:grpSpPr>
        <a:xfrm>
          <a:off x="0" y="0"/>
          <a:ext cx="0" cy="0"/>
          <a:chOff x="0" y="0"/>
          <a:chExt cx="0" cy="0"/>
        </a:xfrm>
      </p:grpSpPr>
      <p:grpSp>
        <p:nvGrpSpPr>
          <p:cNvPr id="6" name="Gruppo 5">
            <a:extLst>
              <a:ext uri="{FF2B5EF4-FFF2-40B4-BE49-F238E27FC236}">
                <a16:creationId xmlns:a16="http://schemas.microsoft.com/office/drawing/2014/main" id="{806C6F65-35CD-D64B-992A-0C1C1E00384D}"/>
              </a:ext>
              <a:ext uri="{C183D7F6-B498-43B3-948B-1728B52AA6E4}">
                <adec:decorative xmlns:adec="http://schemas.microsoft.com/office/drawing/2017/decorative" val="1"/>
              </a:ext>
            </a:extLst>
          </p:cNvPr>
          <p:cNvGrpSpPr/>
          <p:nvPr userDrawn="1"/>
        </p:nvGrpSpPr>
        <p:grpSpPr>
          <a:xfrm>
            <a:off x="6362700" y="0"/>
            <a:ext cx="5829298" cy="3235602"/>
            <a:chOff x="5612972" y="1"/>
            <a:chExt cx="6615961" cy="3672246"/>
          </a:xfrm>
        </p:grpSpPr>
        <p:sp>
          <p:nvSpPr>
            <p:cNvPr id="7" name="Forma 24">
              <a:extLst>
                <a:ext uri="{FF2B5EF4-FFF2-40B4-BE49-F238E27FC236}">
                  <a16:creationId xmlns:a16="http://schemas.microsoft.com/office/drawing/2014/main" id="{CFD467E2-FF13-7E4F-BEF9-EA1A17665B2D}"/>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it-IT"/>
              </a:defPPr>
            </a:lstStyle>
            <a:p>
              <a:pPr rtl="0"/>
              <a:endParaRPr lang="it-IT" dirty="0"/>
            </a:p>
          </p:txBody>
        </p:sp>
        <p:sp>
          <p:nvSpPr>
            <p:cNvPr id="8" name="Figura a mano libera 7">
              <a:extLst>
                <a:ext uri="{FF2B5EF4-FFF2-40B4-BE49-F238E27FC236}">
                  <a16:creationId xmlns:a16="http://schemas.microsoft.com/office/drawing/2014/main" id="{CA85A327-3157-B442-993A-6900F71249AC}"/>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it-IT"/>
              </a:defPPr>
            </a:lstStyle>
            <a:p>
              <a:pPr rtl="0"/>
              <a:endParaRPr lang="it-IT" dirty="0"/>
            </a:p>
          </p:txBody>
        </p:sp>
        <p:sp>
          <p:nvSpPr>
            <p:cNvPr id="9" name="Figura a mano libera 8">
              <a:extLst>
                <a:ext uri="{FF2B5EF4-FFF2-40B4-BE49-F238E27FC236}">
                  <a16:creationId xmlns:a16="http://schemas.microsoft.com/office/drawing/2014/main" id="{9A459CB4-74AF-0544-AB1E-7CC6D10F84EB}"/>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it-IT"/>
              </a:defPPr>
            </a:lstStyle>
            <a:p>
              <a:pPr rtl="0"/>
              <a:endParaRPr lang="it-IT" dirty="0"/>
            </a:p>
          </p:txBody>
        </p:sp>
        <p:sp>
          <p:nvSpPr>
            <p:cNvPr id="10" name="Figura a mano libera 9">
              <a:extLst>
                <a:ext uri="{FF2B5EF4-FFF2-40B4-BE49-F238E27FC236}">
                  <a16:creationId xmlns:a16="http://schemas.microsoft.com/office/drawing/2014/main" id="{95A20BFD-9142-D64A-A78A-61B75FCA0D76}"/>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rtlCol="0" anchor="t" anchorCtr="0" upright="1">
              <a:noAutofit/>
            </a:bodyPr>
            <a:lstStyle>
              <a:defPPr>
                <a:defRPr lang="it-IT"/>
              </a:defPPr>
            </a:lstStyle>
            <a:p>
              <a:pPr rtl="0"/>
              <a:endParaRPr lang="it-IT" dirty="0"/>
            </a:p>
          </p:txBody>
        </p:sp>
        <p:sp>
          <p:nvSpPr>
            <p:cNvPr id="11" name="Figura a mano libera 10">
              <a:extLst>
                <a:ext uri="{FF2B5EF4-FFF2-40B4-BE49-F238E27FC236}">
                  <a16:creationId xmlns:a16="http://schemas.microsoft.com/office/drawing/2014/main" id="{B80736DF-C890-DB47-AEAA-D3D92505E632}"/>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it-IT"/>
              </a:defPPr>
            </a:lstStyle>
            <a:p>
              <a:pPr rtl="0"/>
              <a:endParaRPr lang="it-IT" dirty="0"/>
            </a:p>
          </p:txBody>
        </p:sp>
      </p:grpSp>
      <p:sp>
        <p:nvSpPr>
          <p:cNvPr id="12" name="Titolo 1">
            <a:extLst>
              <a:ext uri="{FF2B5EF4-FFF2-40B4-BE49-F238E27FC236}">
                <a16:creationId xmlns:a16="http://schemas.microsoft.com/office/drawing/2014/main" id="{39F93F26-ED5C-E74E-BFBD-E3054DC1B9C1}"/>
              </a:ext>
            </a:extLst>
          </p:cNvPr>
          <p:cNvSpPr>
            <a:spLocks noGrp="1"/>
          </p:cNvSpPr>
          <p:nvPr>
            <p:ph type="title" hasCustomPrompt="1"/>
          </p:nvPr>
        </p:nvSpPr>
        <p:spPr>
          <a:xfrm>
            <a:off x="594360" y="189572"/>
            <a:ext cx="6787747" cy="1593507"/>
          </a:xfrm>
          <a:prstGeom prst="rect">
            <a:avLst/>
          </a:prstGeom>
        </p:spPr>
        <p:txBody>
          <a:bodyPr lIns="0" tIns="0" rIns="0" bIns="0" rtlCol="0" anchor="b" anchorCtr="0">
            <a:noAutofit/>
          </a:bodyPr>
          <a:lstStyle>
            <a:lvl1pPr>
              <a:defRPr lang="it-IT" sz="4400" b="1" i="0" spc="50" baseline="0">
                <a:latin typeface="+mj-lt"/>
              </a:defRPr>
            </a:lvl1pPr>
          </a:lstStyle>
          <a:p>
            <a:pPr rtl="0"/>
            <a:r>
              <a:rPr lang="it-IT"/>
              <a:t>Fare clic per inserire il titolo </a:t>
            </a:r>
          </a:p>
        </p:txBody>
      </p:sp>
      <p:sp>
        <p:nvSpPr>
          <p:cNvPr id="2" name="Segnaposto contenuto 5">
            <a:extLst>
              <a:ext uri="{FF2B5EF4-FFF2-40B4-BE49-F238E27FC236}">
                <a16:creationId xmlns:a16="http://schemas.microsoft.com/office/drawing/2014/main" id="{186153BD-9D2B-47EB-3553-1D3F6663B2A3}"/>
              </a:ext>
            </a:extLst>
          </p:cNvPr>
          <p:cNvSpPr>
            <a:spLocks noGrp="1"/>
          </p:cNvSpPr>
          <p:nvPr>
            <p:ph sz="quarter" idx="13" hasCustomPrompt="1"/>
          </p:nvPr>
        </p:nvSpPr>
        <p:spPr>
          <a:xfrm>
            <a:off x="594359" y="2281918"/>
            <a:ext cx="6787747" cy="3708517"/>
          </a:xfrm>
        </p:spPr>
        <p:txBody>
          <a:bodyPr lIns="0" tIns="228600" rIns="0" bIns="0" rtlCol="0">
            <a:normAutofit/>
          </a:bodyPr>
          <a:lstStyle>
            <a:lvl1pPr marL="283464" indent="-283464">
              <a:lnSpc>
                <a:spcPct val="80000"/>
              </a:lnSpc>
              <a:spcBef>
                <a:spcPts val="2200"/>
              </a:spcBef>
              <a:buFont typeface="Arial" panose="020B0604020202020204" pitchFamily="34" charset="0"/>
              <a:buChar char="•"/>
              <a:defRPr lang="it-IT" sz="2400" b="1" i="0" kern="1200" dirty="0">
                <a:solidFill>
                  <a:schemeClr val="tx2">
                    <a:lumMod val="75000"/>
                  </a:schemeClr>
                </a:solidFill>
                <a:latin typeface="+mn-lt"/>
                <a:ea typeface="+mn-ea"/>
                <a:cs typeface="+mn-cs"/>
              </a:defRPr>
            </a:lvl1pPr>
            <a:lvl2pPr indent="-283464">
              <a:spcBef>
                <a:spcPts val="600"/>
              </a:spcBef>
              <a:defRPr lang="it-IT" sz="2000"/>
            </a:lvl2pPr>
            <a:lvl3pPr indent="-283464">
              <a:spcBef>
                <a:spcPts val="1800"/>
              </a:spcBef>
              <a:defRPr lang="it-IT" sz="2000"/>
            </a:lvl3pPr>
            <a:lvl4pPr indent="-283464">
              <a:spcBef>
                <a:spcPts val="1800"/>
              </a:spcBef>
              <a:defRPr lang="it-IT" sz="2000"/>
            </a:lvl4pPr>
            <a:lvl5pPr indent="-283464">
              <a:spcBef>
                <a:spcPts val="1800"/>
              </a:spcBef>
              <a:defRPr lang="it-IT" sz="2000"/>
            </a:lvl5pPr>
          </a:lstStyle>
          <a:p>
            <a:pPr lvl="0" rtl="0"/>
            <a:r>
              <a:rPr lang="it-IT"/>
              <a:t>Fai clic per aggiungere contenuto</a:t>
            </a:r>
          </a:p>
          <a:p>
            <a:pPr lvl="1" rtl="0"/>
            <a:r>
              <a:rPr lang="it-IT"/>
              <a:t>Secondo livello</a:t>
            </a:r>
          </a:p>
          <a:p>
            <a:pPr lvl="2" rtl="0"/>
            <a:r>
              <a:rPr lang="it-IT"/>
              <a:t>Terzo livello</a:t>
            </a:r>
          </a:p>
          <a:p>
            <a:pPr lvl="3" rtl="0"/>
            <a:r>
              <a:rPr lang="it-IT"/>
              <a:t>Quarto livello</a:t>
            </a:r>
          </a:p>
          <a:p>
            <a:pPr lvl="4" rtl="0"/>
            <a:r>
              <a:rPr lang="it-IT"/>
              <a:t>Quinto livello</a:t>
            </a:r>
          </a:p>
        </p:txBody>
      </p:sp>
      <p:sp>
        <p:nvSpPr>
          <p:cNvPr id="43" name="Segnaposto numero diapositiva 42">
            <a:extLst>
              <a:ext uri="{FF2B5EF4-FFF2-40B4-BE49-F238E27FC236}">
                <a16:creationId xmlns:a16="http://schemas.microsoft.com/office/drawing/2014/main" id="{D80CCC8F-9CF1-9621-04EB-DFA68FEE42D2}"/>
              </a:ext>
            </a:extLst>
          </p:cNvPr>
          <p:cNvSpPr>
            <a:spLocks noGrp="1"/>
          </p:cNvSpPr>
          <p:nvPr>
            <p:ph type="sldNum" sz="quarter" idx="26"/>
          </p:nvPr>
        </p:nvSpPr>
        <p:spPr/>
        <p:txBody>
          <a:bodyPr rtlCol="0"/>
          <a:lstStyle>
            <a:defPPr>
              <a:defRPr lang="it-IT"/>
            </a:defPPr>
          </a:lstStyle>
          <a:p>
            <a:pPr rtl="0"/>
            <a:fld id="{294A09A9-5501-47C1-A89A-A340965A2BE2}" type="slidenum">
              <a:rPr lang="it-IT" smtClean="0"/>
              <a:pPr rtl="0"/>
              <a:t>‹#›</a:t>
            </a:fld>
            <a:endParaRPr lang="it-IT" dirty="0">
              <a:latin typeface="+mn-lt"/>
            </a:endParaRPr>
          </a:p>
        </p:txBody>
      </p:sp>
      <p:sp>
        <p:nvSpPr>
          <p:cNvPr id="42" name="Segnaposto data 41">
            <a:extLst>
              <a:ext uri="{FF2B5EF4-FFF2-40B4-BE49-F238E27FC236}">
                <a16:creationId xmlns:a16="http://schemas.microsoft.com/office/drawing/2014/main" id="{29CE2856-DB8F-5603-C085-74C70560FAC8}"/>
              </a:ext>
            </a:extLst>
          </p:cNvPr>
          <p:cNvSpPr>
            <a:spLocks noGrp="1"/>
          </p:cNvSpPr>
          <p:nvPr>
            <p:ph type="dt" sz="half" idx="25"/>
          </p:nvPr>
        </p:nvSpPr>
        <p:spPr/>
        <p:txBody>
          <a:bodyPr rtlCol="0"/>
          <a:lstStyle>
            <a:defPPr>
              <a:defRPr lang="it-IT"/>
            </a:defPPr>
          </a:lstStyle>
          <a:p>
            <a:pPr rtl="0"/>
            <a:endParaRPr lang="it-IT" dirty="0">
              <a:latin typeface="+mn-lt"/>
            </a:endParaRPr>
          </a:p>
        </p:txBody>
      </p:sp>
      <p:cxnSp>
        <p:nvCxnSpPr>
          <p:cNvPr id="4" name="Connettore diritto 3">
            <a:extLst>
              <a:ext uri="{FF2B5EF4-FFF2-40B4-BE49-F238E27FC236}">
                <a16:creationId xmlns:a16="http://schemas.microsoft.com/office/drawing/2014/main" id="{979826C1-7A52-DA25-F422-EE62DED7D1B6}"/>
              </a:ext>
              <a:ext uri="{C183D7F6-B498-43B3-948B-1728B52AA6E4}">
                <adec:decorative xmlns:adec="http://schemas.microsoft.com/office/drawing/2017/decorative" val="1"/>
              </a:ext>
            </a:extLst>
          </p:cNvPr>
          <p:cNvCxnSpPr>
            <a:cxnSpLocks/>
          </p:cNvCxnSpPr>
          <p:nvPr userDrawn="1"/>
        </p:nvCxnSpPr>
        <p:spPr>
          <a:xfrm>
            <a:off x="594360" y="2148840"/>
            <a:ext cx="2130552" cy="0"/>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5180892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olo sezione">
    <p:bg>
      <p:bgPr>
        <a:solidFill>
          <a:schemeClr val="accent3"/>
        </a:solidFill>
        <a:effectLst/>
      </p:bgPr>
    </p:bg>
    <p:spTree>
      <p:nvGrpSpPr>
        <p:cNvPr id="1" name=""/>
        <p:cNvGrpSpPr/>
        <p:nvPr/>
      </p:nvGrpSpPr>
      <p:grpSpPr>
        <a:xfrm>
          <a:off x="0" y="0"/>
          <a:ext cx="0" cy="0"/>
          <a:chOff x="0" y="0"/>
          <a:chExt cx="0" cy="0"/>
        </a:xfrm>
      </p:grpSpPr>
      <p:sp>
        <p:nvSpPr>
          <p:cNvPr id="4" name="Segnaposto immagine 3">
            <a:extLst>
              <a:ext uri="{FF2B5EF4-FFF2-40B4-BE49-F238E27FC236}">
                <a16:creationId xmlns:a16="http://schemas.microsoft.com/office/drawing/2014/main" id="{B79D0555-EBDC-B53A-212D-A5921795FEC8}"/>
              </a:ext>
            </a:extLst>
          </p:cNvPr>
          <p:cNvSpPr>
            <a:spLocks noGrp="1"/>
          </p:cNvSpPr>
          <p:nvPr>
            <p:ph type="pic" sz="quarter" idx="13"/>
          </p:nvPr>
        </p:nvSpPr>
        <p:spPr>
          <a:xfrm>
            <a:off x="0" y="0"/>
            <a:ext cx="12192000" cy="6880543"/>
          </a:xfrm>
          <a:custGeom>
            <a:avLst/>
            <a:gdLst>
              <a:gd name="connsiteX0" fmla="*/ 6309360 w 12192000"/>
              <a:gd name="connsiteY0" fmla="*/ 3951843 h 6880543"/>
              <a:gd name="connsiteX1" fmla="*/ 6309360 w 12192000"/>
              <a:gd name="connsiteY1" fmla="*/ 4052427 h 6880543"/>
              <a:gd name="connsiteX2" fmla="*/ 8442960 w 12192000"/>
              <a:gd name="connsiteY2" fmla="*/ 4052427 h 6880543"/>
              <a:gd name="connsiteX3" fmla="*/ 8442960 w 12192000"/>
              <a:gd name="connsiteY3" fmla="*/ 3951843 h 6880543"/>
              <a:gd name="connsiteX4" fmla="*/ 0 w 12192000"/>
              <a:gd name="connsiteY4" fmla="*/ 0 h 6880543"/>
              <a:gd name="connsiteX5" fmla="*/ 12192000 w 12192000"/>
              <a:gd name="connsiteY5" fmla="*/ 0 h 6880543"/>
              <a:gd name="connsiteX6" fmla="*/ 12192000 w 12192000"/>
              <a:gd name="connsiteY6" fmla="*/ 6880543 h 6880543"/>
              <a:gd name="connsiteX7" fmla="*/ 0 w 12192000"/>
              <a:gd name="connsiteY7" fmla="*/ 6880543 h 6880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80543">
                <a:moveTo>
                  <a:pt x="6309360" y="3951843"/>
                </a:moveTo>
                <a:lnTo>
                  <a:pt x="6309360" y="4052427"/>
                </a:lnTo>
                <a:lnTo>
                  <a:pt x="8442960" y="4052427"/>
                </a:lnTo>
                <a:lnTo>
                  <a:pt x="8442960" y="3951843"/>
                </a:lnTo>
                <a:close/>
                <a:moveTo>
                  <a:pt x="0" y="0"/>
                </a:moveTo>
                <a:lnTo>
                  <a:pt x="12192000" y="0"/>
                </a:lnTo>
                <a:lnTo>
                  <a:pt x="12192000" y="6880543"/>
                </a:lnTo>
                <a:lnTo>
                  <a:pt x="0" y="6880543"/>
                </a:lnTo>
                <a:close/>
              </a:path>
            </a:pathLst>
          </a:custGeom>
        </p:spPr>
        <p:txBody>
          <a:bodyPr wrap="square" tIns="182880" rtlCol="0">
            <a:noAutofit/>
          </a:bodyPr>
          <a:lstStyle>
            <a:lvl1pPr marL="0" indent="0" algn="ctr">
              <a:buNone/>
              <a:defRPr lang="it-IT" sz="2000">
                <a:solidFill>
                  <a:schemeClr val="tx1"/>
                </a:solidFill>
              </a:defRPr>
            </a:lvl1pPr>
          </a:lstStyle>
          <a:p>
            <a:pPr rtl="0"/>
            <a:r>
              <a:rPr lang="en-US"/>
              <a:t>Click icon to add picture</a:t>
            </a:r>
            <a:endParaRPr lang="it-IT"/>
          </a:p>
        </p:txBody>
      </p:sp>
      <p:sp>
        <p:nvSpPr>
          <p:cNvPr id="18" name="Titolo 1">
            <a:extLst>
              <a:ext uri="{FF2B5EF4-FFF2-40B4-BE49-F238E27FC236}">
                <a16:creationId xmlns:a16="http://schemas.microsoft.com/office/drawing/2014/main" id="{8D492973-78E3-D34E-835E-CF2D4517016D}"/>
              </a:ext>
            </a:extLst>
          </p:cNvPr>
          <p:cNvSpPr>
            <a:spLocks noGrp="1"/>
          </p:cNvSpPr>
          <p:nvPr>
            <p:ph type="title" hasCustomPrompt="1"/>
          </p:nvPr>
        </p:nvSpPr>
        <p:spPr>
          <a:xfrm>
            <a:off x="6309359" y="444933"/>
            <a:ext cx="5477479" cy="3291840"/>
          </a:xfrm>
          <a:prstGeom prst="rect">
            <a:avLst/>
          </a:prstGeom>
        </p:spPr>
        <p:txBody>
          <a:bodyPr lIns="0" tIns="0" rIns="0" bIns="0" rtlCol="0" anchor="b" anchorCtr="0">
            <a:noAutofit/>
          </a:bodyPr>
          <a:lstStyle>
            <a:lvl1pPr>
              <a:defRPr lang="it-IT" sz="6000" b="1" i="0" baseline="0">
                <a:solidFill>
                  <a:schemeClr val="tx1"/>
                </a:solidFill>
                <a:latin typeface="+mj-lt"/>
              </a:defRPr>
            </a:lvl1pPr>
          </a:lstStyle>
          <a:p>
            <a:pPr rtl="0"/>
            <a:r>
              <a:rPr lang="it-IT"/>
              <a:t>Fare clic per inserire il titolo </a:t>
            </a:r>
          </a:p>
        </p:txBody>
      </p:sp>
      <p:sp>
        <p:nvSpPr>
          <p:cNvPr id="7" name="Rettangolo 6">
            <a:extLst>
              <a:ext uri="{FF2B5EF4-FFF2-40B4-BE49-F238E27FC236}">
                <a16:creationId xmlns:a16="http://schemas.microsoft.com/office/drawing/2014/main" id="{D96BA398-1ED2-1FCA-63B9-8915A8C7A524}"/>
              </a:ext>
              <a:ext uri="{C183D7F6-B498-43B3-948B-1728B52AA6E4}">
                <adec:decorative xmlns:adec="http://schemas.microsoft.com/office/drawing/2017/decorative" val="1"/>
              </a:ext>
            </a:extLst>
          </p:cNvPr>
          <p:cNvSpPr/>
          <p:nvPr userDrawn="1"/>
        </p:nvSpPr>
        <p:spPr>
          <a:xfrm>
            <a:off x="6309360" y="3951843"/>
            <a:ext cx="2133600" cy="10058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it-IT"/>
            </a:defPPr>
          </a:lstStyle>
          <a:p>
            <a:pPr algn="ctr" rtl="0"/>
            <a:endParaRPr lang="it-IT" dirty="0"/>
          </a:p>
        </p:txBody>
      </p:sp>
    </p:spTree>
    <p:extLst>
      <p:ext uri="{BB962C8B-B14F-4D97-AF65-F5344CB8AC3E}">
        <p14:creationId xmlns:p14="http://schemas.microsoft.com/office/powerpoint/2010/main" val="1729169562"/>
      </p:ext>
    </p:extLst>
  </p:cSld>
  <p:clrMapOvr>
    <a:masterClrMapping/>
  </p:clrMapOvr>
  <p:extLst>
    <p:ext uri="{DCECCB84-F9BA-43D5-87BE-67443E8EF086}">
      <p15:sldGuideLst xmlns:p15="http://schemas.microsoft.com/office/powerpoint/2012/main">
        <p15:guide id="2" pos="7104">
          <p15:clr>
            <a:srgbClr val="FBAE40"/>
          </p15:clr>
        </p15:guide>
        <p15:guide id="3" pos="4344" userDrawn="1">
          <p15:clr>
            <a:srgbClr val="FBAE40"/>
          </p15:clr>
        </p15:guide>
        <p15:guide id="4" pos="4560" userDrawn="1">
          <p15:clr>
            <a:srgbClr val="FBAE40"/>
          </p15:clr>
        </p15:guide>
        <p15:guide id="8" orient="horz" pos="1848"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olo 2">
    <p:bg>
      <p:bgPr>
        <a:solidFill>
          <a:schemeClr val="tx1"/>
        </a:solid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299835" y="430529"/>
            <a:ext cx="5486400" cy="3291840"/>
          </a:xfrm>
          <a:prstGeom prst="rect">
            <a:avLst/>
          </a:prstGeom>
        </p:spPr>
        <p:txBody>
          <a:bodyPr lIns="0" tIns="0" rIns="0" bIns="0" rtlCol="0" anchor="b">
            <a:noAutofit/>
          </a:bodyPr>
          <a:lstStyle>
            <a:lvl1pPr algn="l">
              <a:lnSpc>
                <a:spcPct val="80000"/>
              </a:lnSpc>
              <a:defRPr lang="it-IT" sz="6000" b="1" i="0" spc="100" baseline="0">
                <a:solidFill>
                  <a:schemeClr val="bg1"/>
                </a:solidFill>
                <a:latin typeface="+mj-lt"/>
              </a:defRPr>
            </a:lvl1pPr>
          </a:lstStyle>
          <a:p>
            <a:pPr rtl="0"/>
            <a:r>
              <a:rPr lang="it-IT"/>
              <a:t>Fare clic per inserire il titolo </a:t>
            </a:r>
          </a:p>
        </p:txBody>
      </p:sp>
      <p:sp>
        <p:nvSpPr>
          <p:cNvPr id="6" name="Segnaposto immagine 5">
            <a:extLst>
              <a:ext uri="{FF2B5EF4-FFF2-40B4-BE49-F238E27FC236}">
                <a16:creationId xmlns:a16="http://schemas.microsoft.com/office/drawing/2014/main" id="{A9973BC6-F6E5-0B3B-C8AB-0AC4020D4E8B}"/>
              </a:ext>
            </a:extLst>
          </p:cNvPr>
          <p:cNvSpPr>
            <a:spLocks noGrp="1"/>
          </p:cNvSpPr>
          <p:nvPr>
            <p:ph type="pic" sz="quarter" idx="12"/>
          </p:nvPr>
        </p:nvSpPr>
        <p:spPr>
          <a:xfrm>
            <a:off x="0" y="-11113"/>
            <a:ext cx="5791200" cy="6880226"/>
          </a:xfrm>
        </p:spPr>
        <p:txBody>
          <a:bodyPr rtlCol="0">
            <a:normAutofit/>
          </a:bodyPr>
          <a:lstStyle>
            <a:lvl1pPr marL="0" indent="0" algn="ctr">
              <a:buNone/>
              <a:defRPr lang="it-IT" sz="2000"/>
            </a:lvl1pPr>
          </a:lstStyle>
          <a:p>
            <a:pPr rtl="0"/>
            <a:r>
              <a:rPr lang="en-US"/>
              <a:t>Click icon to add picture</a:t>
            </a:r>
            <a:endParaRPr lang="it-IT"/>
          </a:p>
        </p:txBody>
      </p:sp>
      <p:sp>
        <p:nvSpPr>
          <p:cNvPr id="18" name="Segnaposto testo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6299835" y="4568602"/>
            <a:ext cx="5486400" cy="1645920"/>
          </a:xfrm>
        </p:spPr>
        <p:txBody>
          <a:bodyPr lIns="0" tIns="0" rIns="0" bIns="0" rtlCol="0">
            <a:noAutofit/>
          </a:bodyPr>
          <a:lstStyle>
            <a:lvl1pPr marL="0" indent="0">
              <a:buNone/>
              <a:defRPr lang="it-IT" sz="2400" b="1" i="0">
                <a:solidFill>
                  <a:schemeClr val="tx2">
                    <a:lumMod val="75000"/>
                  </a:schemeClr>
                </a:solidFill>
                <a:latin typeface="+mn-lt"/>
              </a:defRPr>
            </a:lvl1pPr>
            <a:lvl2pPr>
              <a:defRPr lang="it-IT" sz="4000"/>
            </a:lvl2pPr>
            <a:lvl3pPr>
              <a:defRPr lang="it-IT" sz="4000"/>
            </a:lvl3pPr>
            <a:lvl4pPr>
              <a:defRPr lang="it-IT" sz="4000"/>
            </a:lvl4pPr>
            <a:lvl5pPr>
              <a:defRPr lang="it-IT" sz="4000"/>
            </a:lvl5pPr>
          </a:lstStyle>
          <a:p>
            <a:pPr lvl="0" rtl="0"/>
            <a:r>
              <a:rPr lang="it-IT"/>
              <a:t>Fare clic per inserire il testo</a:t>
            </a:r>
          </a:p>
        </p:txBody>
      </p:sp>
      <p:cxnSp>
        <p:nvCxnSpPr>
          <p:cNvPr id="7" name="Connettore diritto 6">
            <a:extLst>
              <a:ext uri="{FF2B5EF4-FFF2-40B4-BE49-F238E27FC236}">
                <a16:creationId xmlns:a16="http://schemas.microsoft.com/office/drawing/2014/main" id="{29169ED6-4B82-6844-119F-AC15CDF2D3E5}"/>
              </a:ext>
              <a:ext uri="{C183D7F6-B498-43B3-948B-1728B52AA6E4}">
                <adec:decorative xmlns:adec="http://schemas.microsoft.com/office/drawing/2017/decorative"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9879140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Riepilogo 2">
    <p:bg>
      <p:bgPr>
        <a:solidFill>
          <a:schemeClr val="tx1"/>
        </a:solidFill>
        <a:effectLst/>
      </p:bgPr>
    </p:bg>
    <p:spTree>
      <p:nvGrpSpPr>
        <p:cNvPr id="1" name=""/>
        <p:cNvGrpSpPr/>
        <p:nvPr/>
      </p:nvGrpSpPr>
      <p:grpSpPr>
        <a:xfrm>
          <a:off x="0" y="0"/>
          <a:ext cx="0" cy="0"/>
          <a:chOff x="0" y="0"/>
          <a:chExt cx="0" cy="0"/>
        </a:xfrm>
      </p:grpSpPr>
      <p:cxnSp>
        <p:nvCxnSpPr>
          <p:cNvPr id="9" name="Connettore diritto 8">
            <a:extLst>
              <a:ext uri="{FF2B5EF4-FFF2-40B4-BE49-F238E27FC236}">
                <a16:creationId xmlns:a16="http://schemas.microsoft.com/office/drawing/2014/main" id="{C57F1500-1A16-D1EF-4F0C-030852B291FC}"/>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grpSp>
        <p:nvGrpSpPr>
          <p:cNvPr id="10" name="Gruppo 9">
            <a:extLst>
              <a:ext uri="{FF2B5EF4-FFF2-40B4-BE49-F238E27FC236}">
                <a16:creationId xmlns:a16="http://schemas.microsoft.com/office/drawing/2014/main" id="{2D07A0BE-3890-193E-9439-F294E61A71B9}"/>
              </a:ext>
              <a:ext uri="{C183D7F6-B498-43B3-948B-1728B52AA6E4}">
                <adec:decorative xmlns:adec="http://schemas.microsoft.com/office/drawing/2017/decorative" val="1"/>
              </a:ext>
            </a:extLst>
          </p:cNvPr>
          <p:cNvGrpSpPr>
            <a:grpSpLocks/>
          </p:cNvGrpSpPr>
          <p:nvPr userDrawn="1"/>
        </p:nvGrpSpPr>
        <p:grpSpPr bwMode="auto">
          <a:xfrm rot="16200000" flipV="1">
            <a:off x="0" y="3900132"/>
            <a:ext cx="2959226" cy="2959226"/>
            <a:chOff x="0" y="12289"/>
            <a:chExt cx="3550" cy="3551"/>
          </a:xfrm>
        </p:grpSpPr>
        <p:sp>
          <p:nvSpPr>
            <p:cNvPr id="11" name="Figura a mano libera 19">
              <a:extLst>
                <a:ext uri="{FF2B5EF4-FFF2-40B4-BE49-F238E27FC236}">
                  <a16:creationId xmlns:a16="http://schemas.microsoft.com/office/drawing/2014/main" id="{C05217ED-C258-E6CE-BA7F-28A6EA41BCD3}"/>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it-IT"/>
              </a:defPPr>
            </a:lstStyle>
            <a:p>
              <a:pPr rtl="0"/>
              <a:endParaRPr lang="it-IT" dirty="0"/>
            </a:p>
          </p:txBody>
        </p:sp>
        <p:sp>
          <p:nvSpPr>
            <p:cNvPr id="12" name="Figura a mano libera 20">
              <a:extLst>
                <a:ext uri="{FF2B5EF4-FFF2-40B4-BE49-F238E27FC236}">
                  <a16:creationId xmlns:a16="http://schemas.microsoft.com/office/drawing/2014/main" id="{F3E11A1F-14DD-BA35-D7D7-4D4ADEAA3484}"/>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it-IT"/>
              </a:defPPr>
            </a:lstStyle>
            <a:p>
              <a:pPr rtl="0"/>
              <a:endParaRPr lang="it-IT" dirty="0"/>
            </a:p>
          </p:txBody>
        </p:sp>
        <p:sp>
          <p:nvSpPr>
            <p:cNvPr id="13" name="Figura a mano libera 21">
              <a:extLst>
                <a:ext uri="{FF2B5EF4-FFF2-40B4-BE49-F238E27FC236}">
                  <a16:creationId xmlns:a16="http://schemas.microsoft.com/office/drawing/2014/main" id="{F14541B0-973F-7E21-1019-D2FB83C8C0D0}"/>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it-IT"/>
              </a:defPPr>
            </a:lstStyle>
            <a:p>
              <a:pPr rtl="0"/>
              <a:endParaRPr lang="it-IT" dirty="0"/>
            </a:p>
          </p:txBody>
        </p:sp>
      </p:grpSp>
      <p:sp>
        <p:nvSpPr>
          <p:cNvPr id="32" name="Titolo 1">
            <a:extLst>
              <a:ext uri="{FF2B5EF4-FFF2-40B4-BE49-F238E27FC236}">
                <a16:creationId xmlns:a16="http://schemas.microsoft.com/office/drawing/2014/main" id="{467E05B6-B7CB-1E4F-96BA-4B8CFE8B63D9}"/>
              </a:ext>
            </a:extLst>
          </p:cNvPr>
          <p:cNvSpPr>
            <a:spLocks noGrp="1"/>
          </p:cNvSpPr>
          <p:nvPr>
            <p:ph type="title" hasCustomPrompt="1"/>
          </p:nvPr>
        </p:nvSpPr>
        <p:spPr>
          <a:xfrm>
            <a:off x="594360" y="102875"/>
            <a:ext cx="10873740" cy="1680205"/>
          </a:xfrm>
          <a:prstGeom prst="rect">
            <a:avLst/>
          </a:prstGeom>
        </p:spPr>
        <p:txBody>
          <a:bodyPr lIns="0" tIns="0" rIns="0" bIns="0" rtlCol="0" anchor="b" anchorCtr="0">
            <a:noAutofit/>
          </a:bodyPr>
          <a:lstStyle>
            <a:lvl1pPr>
              <a:defRPr lang="it-IT" sz="4400" b="1" i="0">
                <a:latin typeface="+mj-lt"/>
              </a:defRPr>
            </a:lvl1pPr>
          </a:lstStyle>
          <a:p>
            <a:pPr rtl="0"/>
            <a:r>
              <a:rPr lang="it-IT"/>
              <a:t>Fare clic per inserire il titolo </a:t>
            </a:r>
          </a:p>
        </p:txBody>
      </p:sp>
      <p:sp>
        <p:nvSpPr>
          <p:cNvPr id="2" name="Segnaposto contenuto 5">
            <a:extLst>
              <a:ext uri="{FF2B5EF4-FFF2-40B4-BE49-F238E27FC236}">
                <a16:creationId xmlns:a16="http://schemas.microsoft.com/office/drawing/2014/main" id="{F6FE0DC0-B0D7-F4D6-8038-177AD7A8C211}"/>
              </a:ext>
            </a:extLst>
          </p:cNvPr>
          <p:cNvSpPr>
            <a:spLocks noGrp="1"/>
          </p:cNvSpPr>
          <p:nvPr>
            <p:ph sz="quarter" idx="13" hasCustomPrompt="1"/>
          </p:nvPr>
        </p:nvSpPr>
        <p:spPr>
          <a:xfrm>
            <a:off x="3657600" y="2282008"/>
            <a:ext cx="7810500" cy="3699328"/>
          </a:xfrm>
        </p:spPr>
        <p:txBody>
          <a:bodyPr lIns="0" tIns="228600" rIns="0" bIns="0" rtlCol="0">
            <a:normAutofit/>
          </a:bodyPr>
          <a:lstStyle>
            <a:lvl1pPr marL="283464" indent="-283464">
              <a:spcBef>
                <a:spcPts val="1800"/>
              </a:spcBef>
              <a:buFont typeface="Arial" panose="020B0604020202020204" pitchFamily="34" charset="0"/>
              <a:buChar char="•"/>
              <a:defRPr lang="it-IT" sz="2000"/>
            </a:lvl1pPr>
            <a:lvl2pPr indent="-283464">
              <a:spcBef>
                <a:spcPts val="1800"/>
              </a:spcBef>
              <a:defRPr lang="it-IT" sz="2000"/>
            </a:lvl2pPr>
            <a:lvl3pPr indent="-283464">
              <a:spcBef>
                <a:spcPts val="1800"/>
              </a:spcBef>
              <a:defRPr lang="it-IT" sz="2000"/>
            </a:lvl3pPr>
            <a:lvl4pPr indent="-283464">
              <a:spcBef>
                <a:spcPts val="1800"/>
              </a:spcBef>
              <a:defRPr lang="it-IT" sz="2000"/>
            </a:lvl4pPr>
            <a:lvl5pPr indent="-283464">
              <a:spcBef>
                <a:spcPts val="1800"/>
              </a:spcBef>
              <a:defRPr lang="it-IT" sz="2000"/>
            </a:lvl5pPr>
          </a:lstStyle>
          <a:p>
            <a:pPr lvl="0" rtl="0"/>
            <a:r>
              <a:rPr lang="it-IT"/>
              <a:t>Fai clic per aggiungere contenuto</a:t>
            </a:r>
          </a:p>
          <a:p>
            <a:pPr lvl="1" rtl="0"/>
            <a:r>
              <a:rPr lang="it-IT"/>
              <a:t>Secondo livello</a:t>
            </a:r>
          </a:p>
          <a:p>
            <a:pPr lvl="2" rtl="0"/>
            <a:r>
              <a:rPr lang="it-IT"/>
              <a:t>Terzo livello</a:t>
            </a:r>
          </a:p>
          <a:p>
            <a:pPr lvl="3" rtl="0"/>
            <a:r>
              <a:rPr lang="it-IT"/>
              <a:t>Quarto livello</a:t>
            </a:r>
          </a:p>
          <a:p>
            <a:pPr lvl="4" rtl="0"/>
            <a:r>
              <a:rPr lang="it-IT"/>
              <a:t>Quinto livello</a:t>
            </a:r>
          </a:p>
        </p:txBody>
      </p:sp>
      <p:sp>
        <p:nvSpPr>
          <p:cNvPr id="8" name="Segnaposto numero diapositiva 7">
            <a:extLst>
              <a:ext uri="{FF2B5EF4-FFF2-40B4-BE49-F238E27FC236}">
                <a16:creationId xmlns:a16="http://schemas.microsoft.com/office/drawing/2014/main" id="{7ED58739-4346-5104-B1AC-89ED035912AF}"/>
              </a:ext>
            </a:extLst>
          </p:cNvPr>
          <p:cNvSpPr>
            <a:spLocks noGrp="1"/>
          </p:cNvSpPr>
          <p:nvPr>
            <p:ph type="sldNum" sz="quarter" idx="22"/>
          </p:nvPr>
        </p:nvSpPr>
        <p:spPr/>
        <p:txBody>
          <a:bodyPr rtlCol="0"/>
          <a:lstStyle>
            <a:defPPr>
              <a:defRPr lang="it-IT"/>
            </a:defPPr>
          </a:lstStyle>
          <a:p>
            <a:pPr rtl="0"/>
            <a:fld id="{294A09A9-5501-47C1-A89A-A340965A2BE2}" type="slidenum">
              <a:rPr lang="it-IT" smtClean="0"/>
              <a:pPr rtl="0"/>
              <a:t>‹#›</a:t>
            </a:fld>
            <a:endParaRPr lang="it-IT" dirty="0">
              <a:latin typeface="+mn-lt"/>
            </a:endParaRPr>
          </a:p>
        </p:txBody>
      </p:sp>
      <p:sp>
        <p:nvSpPr>
          <p:cNvPr id="5" name="Segnaposto data 4">
            <a:extLst>
              <a:ext uri="{FF2B5EF4-FFF2-40B4-BE49-F238E27FC236}">
                <a16:creationId xmlns:a16="http://schemas.microsoft.com/office/drawing/2014/main" id="{E9272B8D-F380-9F1A-C8E6-BDD2352B1763}"/>
              </a:ext>
            </a:extLst>
          </p:cNvPr>
          <p:cNvSpPr>
            <a:spLocks noGrp="1"/>
          </p:cNvSpPr>
          <p:nvPr>
            <p:ph type="dt" sz="half" idx="21"/>
          </p:nvPr>
        </p:nvSpPr>
        <p:spPr/>
        <p:txBody>
          <a:bodyPr rtlCol="0"/>
          <a:lstStyle>
            <a:defPPr>
              <a:defRPr lang="it-IT"/>
            </a:defPPr>
          </a:lstStyle>
          <a:p>
            <a:pPr rtl="0"/>
            <a:endParaRPr lang="it-IT" dirty="0">
              <a:latin typeface="+mn-lt"/>
            </a:endParaRPr>
          </a:p>
        </p:txBody>
      </p:sp>
    </p:spTree>
    <p:extLst>
      <p:ext uri="{BB962C8B-B14F-4D97-AF65-F5344CB8AC3E}">
        <p14:creationId xmlns:p14="http://schemas.microsoft.com/office/powerpoint/2010/main" val="140296414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olo">
    <p:bg>
      <p:bgPr>
        <a:solidFill>
          <a:schemeClr val="tx1"/>
        </a:solid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309904" y="411479"/>
            <a:ext cx="5486400" cy="3291840"/>
          </a:xfrm>
          <a:prstGeom prst="rect">
            <a:avLst/>
          </a:prstGeom>
        </p:spPr>
        <p:txBody>
          <a:bodyPr lIns="0" tIns="0" rIns="0" bIns="0" rtlCol="0" anchor="b">
            <a:noAutofit/>
          </a:bodyPr>
          <a:lstStyle>
            <a:lvl1pPr algn="l">
              <a:lnSpc>
                <a:spcPct val="80000"/>
              </a:lnSpc>
              <a:defRPr lang="it-IT" sz="6000" b="1" i="0" spc="100" baseline="0">
                <a:solidFill>
                  <a:schemeClr val="bg1"/>
                </a:solidFill>
                <a:latin typeface="+mj-lt"/>
              </a:defRPr>
            </a:lvl1pPr>
          </a:lstStyle>
          <a:p>
            <a:pPr rtl="0"/>
            <a:r>
              <a:rPr lang="it-IT"/>
              <a:t>Fare clic per inserire il titolo </a:t>
            </a:r>
          </a:p>
        </p:txBody>
      </p:sp>
      <p:grpSp>
        <p:nvGrpSpPr>
          <p:cNvPr id="9" name="Gruppo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a:off x="1" y="758752"/>
            <a:ext cx="6099248" cy="6099248"/>
            <a:chOff x="0" y="12289"/>
            <a:chExt cx="3550" cy="3551"/>
          </a:xfrm>
        </p:grpSpPr>
        <p:sp>
          <p:nvSpPr>
            <p:cNvPr id="10" name="Figura a mano libera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it-IT"/>
              </a:defPPr>
            </a:lstStyle>
            <a:p>
              <a:pPr rtl="0"/>
              <a:endParaRPr lang="it-IT" dirty="0"/>
            </a:p>
          </p:txBody>
        </p:sp>
        <p:sp>
          <p:nvSpPr>
            <p:cNvPr id="11" name="Figura a mano libera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it-IT"/>
              </a:defPPr>
            </a:lstStyle>
            <a:p>
              <a:pPr rtl="0"/>
              <a:endParaRPr lang="it-IT" dirty="0"/>
            </a:p>
          </p:txBody>
        </p:sp>
        <p:sp>
          <p:nvSpPr>
            <p:cNvPr id="12" name="Figura a mano libera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it-IT"/>
              </a:defPPr>
            </a:lstStyle>
            <a:p>
              <a:pPr rtl="0"/>
              <a:endParaRPr lang="it-IT" dirty="0"/>
            </a:p>
          </p:txBody>
        </p:sp>
      </p:grpSp>
      <p:cxnSp>
        <p:nvCxnSpPr>
          <p:cNvPr id="13" name="Connettore diritto 12">
            <a:extLst>
              <a:ext uri="{FF2B5EF4-FFF2-40B4-BE49-F238E27FC236}">
                <a16:creationId xmlns:a16="http://schemas.microsoft.com/office/drawing/2014/main" id="{A69706A2-3726-FE4E-B923-E75D48597816}"/>
              </a:ext>
              <a:ext uri="{C183D7F6-B498-43B3-948B-1728B52AA6E4}">
                <adec:decorative xmlns:adec="http://schemas.microsoft.com/office/drawing/2017/decorative"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18" name="Segnaposto testo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6309905" y="4549552"/>
            <a:ext cx="5486400" cy="1645920"/>
          </a:xfrm>
        </p:spPr>
        <p:txBody>
          <a:bodyPr lIns="0" tIns="0" rIns="0" bIns="0" rtlCol="0">
            <a:noAutofit/>
          </a:bodyPr>
          <a:lstStyle>
            <a:lvl1pPr marL="0" indent="0">
              <a:buNone/>
              <a:defRPr lang="it-IT" sz="2400" b="1" i="0">
                <a:solidFill>
                  <a:schemeClr val="tx2">
                    <a:lumMod val="75000"/>
                  </a:schemeClr>
                </a:solidFill>
                <a:latin typeface="+mn-lt"/>
              </a:defRPr>
            </a:lvl1pPr>
            <a:lvl2pPr>
              <a:defRPr lang="it-IT" sz="4000"/>
            </a:lvl2pPr>
            <a:lvl3pPr>
              <a:defRPr lang="it-IT" sz="4000"/>
            </a:lvl3pPr>
            <a:lvl4pPr>
              <a:defRPr lang="it-IT" sz="4000"/>
            </a:lvl4pPr>
            <a:lvl5pPr>
              <a:defRPr lang="it-IT" sz="4000"/>
            </a:lvl5pPr>
          </a:lstStyle>
          <a:p>
            <a:pPr lvl="0" rtl="0"/>
            <a:r>
              <a:rPr lang="it-IT"/>
              <a:t>Fare clic per inserire il testo</a:t>
            </a:r>
          </a:p>
        </p:txBody>
      </p:sp>
    </p:spTree>
    <p:extLst>
      <p:ext uri="{BB962C8B-B14F-4D97-AF65-F5344CB8AC3E}">
        <p14:creationId xmlns:p14="http://schemas.microsoft.com/office/powerpoint/2010/main" val="20271085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olo e due contenuti 2">
    <p:bg>
      <p:bgPr>
        <a:solidFill>
          <a:schemeClr val="tx1"/>
        </a:solidFill>
        <a:effectLst/>
      </p:bgPr>
    </p:bg>
    <p:spTree>
      <p:nvGrpSpPr>
        <p:cNvPr id="1" name=""/>
        <p:cNvGrpSpPr/>
        <p:nvPr/>
      </p:nvGrpSpPr>
      <p:grpSpPr>
        <a:xfrm>
          <a:off x="0" y="0"/>
          <a:ext cx="0" cy="0"/>
          <a:chOff x="0" y="0"/>
          <a:chExt cx="0" cy="0"/>
        </a:xfrm>
      </p:grpSpPr>
      <p:grpSp>
        <p:nvGrpSpPr>
          <p:cNvPr id="11" name="Gruppo 10">
            <a:extLst>
              <a:ext uri="{FF2B5EF4-FFF2-40B4-BE49-F238E27FC236}">
                <a16:creationId xmlns:a16="http://schemas.microsoft.com/office/drawing/2014/main" id="{C97D5AF2-684A-4A8D-3D82-B57D7AC44677}"/>
              </a:ext>
              <a:ext uri="{C183D7F6-B498-43B3-948B-1728B52AA6E4}">
                <adec:decorative xmlns:adec="http://schemas.microsoft.com/office/drawing/2017/decorative" val="1"/>
              </a:ext>
            </a:extLst>
          </p:cNvPr>
          <p:cNvGrpSpPr>
            <a:grpSpLocks/>
          </p:cNvGrpSpPr>
          <p:nvPr userDrawn="1"/>
        </p:nvGrpSpPr>
        <p:grpSpPr bwMode="auto">
          <a:xfrm rot="10800000">
            <a:off x="8870040" y="0"/>
            <a:ext cx="3325208" cy="3325208"/>
            <a:chOff x="0" y="12289"/>
            <a:chExt cx="3550" cy="3551"/>
          </a:xfrm>
        </p:grpSpPr>
        <p:sp>
          <p:nvSpPr>
            <p:cNvPr id="12" name="Figura a mano libera 4">
              <a:extLst>
                <a:ext uri="{FF2B5EF4-FFF2-40B4-BE49-F238E27FC236}">
                  <a16:creationId xmlns:a16="http://schemas.microsoft.com/office/drawing/2014/main" id="{8CF5F650-F8F0-F4FE-44DA-1F14ADE428B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it-IT"/>
              </a:defPPr>
            </a:lstStyle>
            <a:p>
              <a:pPr rtl="0"/>
              <a:endParaRPr lang="it-IT" dirty="0"/>
            </a:p>
          </p:txBody>
        </p:sp>
        <p:sp>
          <p:nvSpPr>
            <p:cNvPr id="13" name="Figura a mano libera 5">
              <a:extLst>
                <a:ext uri="{FF2B5EF4-FFF2-40B4-BE49-F238E27FC236}">
                  <a16:creationId xmlns:a16="http://schemas.microsoft.com/office/drawing/2014/main" id="{18870924-E47D-404F-59B5-BD1C58F7B04C}"/>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it-IT"/>
              </a:defPPr>
            </a:lstStyle>
            <a:p>
              <a:pPr rtl="0"/>
              <a:endParaRPr lang="it-IT" dirty="0"/>
            </a:p>
          </p:txBody>
        </p:sp>
        <p:sp>
          <p:nvSpPr>
            <p:cNvPr id="14" name="Figura a mano libera 7">
              <a:extLst>
                <a:ext uri="{FF2B5EF4-FFF2-40B4-BE49-F238E27FC236}">
                  <a16:creationId xmlns:a16="http://schemas.microsoft.com/office/drawing/2014/main" id="{80806A65-E4FC-2F52-65B3-CC181E620C29}"/>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it-IT"/>
              </a:defPPr>
            </a:lstStyle>
            <a:p>
              <a:pPr rtl="0"/>
              <a:endParaRPr lang="it-IT" dirty="0"/>
            </a:p>
          </p:txBody>
        </p:sp>
      </p:grpSp>
      <p:sp>
        <p:nvSpPr>
          <p:cNvPr id="16" name="Titolo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278129"/>
            <a:ext cx="9778365" cy="1494596"/>
          </a:xfrm>
          <a:prstGeom prst="rect">
            <a:avLst/>
          </a:prstGeom>
        </p:spPr>
        <p:txBody>
          <a:bodyPr lIns="0" tIns="0" rIns="0" bIns="0" rtlCol="0" anchor="b" anchorCtr="0">
            <a:noAutofit/>
          </a:bodyPr>
          <a:lstStyle>
            <a:lvl1pPr>
              <a:defRPr lang="it-IT" sz="4400" b="1" i="0">
                <a:solidFill>
                  <a:schemeClr val="bg1"/>
                </a:solidFill>
                <a:latin typeface="+mj-lt"/>
              </a:defRPr>
            </a:lvl1pPr>
          </a:lstStyle>
          <a:p>
            <a:pPr rtl="0"/>
            <a:r>
              <a:rPr lang="it-IT"/>
              <a:t>Fare clic per inserire il titolo </a:t>
            </a:r>
          </a:p>
        </p:txBody>
      </p:sp>
      <p:sp>
        <p:nvSpPr>
          <p:cNvPr id="2" name="Segnaposto contenuto 5">
            <a:extLst>
              <a:ext uri="{FF2B5EF4-FFF2-40B4-BE49-F238E27FC236}">
                <a16:creationId xmlns:a16="http://schemas.microsoft.com/office/drawing/2014/main" id="{F14DA3C5-63E4-BAFB-1D68-47F71EEEE538}"/>
              </a:ext>
            </a:extLst>
          </p:cNvPr>
          <p:cNvSpPr>
            <a:spLocks noGrp="1"/>
          </p:cNvSpPr>
          <p:nvPr>
            <p:ph sz="quarter" idx="15" hasCustomPrompt="1"/>
          </p:nvPr>
        </p:nvSpPr>
        <p:spPr>
          <a:xfrm>
            <a:off x="594360" y="2676525"/>
            <a:ext cx="4490827" cy="3597470"/>
          </a:xfrm>
        </p:spPr>
        <p:txBody>
          <a:bodyPr lIns="0" tIns="45720" rIns="0" bIns="0" rtlCol="0">
            <a:normAutofit/>
          </a:bodyPr>
          <a:lstStyle>
            <a:lvl1pPr marL="0" indent="0">
              <a:spcBef>
                <a:spcPts val="1800"/>
              </a:spcBef>
              <a:buFont typeface="Arial" panose="020B0604020202020204" pitchFamily="34" charset="0"/>
              <a:buNone/>
              <a:defRPr lang="it-IT" sz="2000"/>
            </a:lvl1pPr>
            <a:lvl2pPr marL="283464" indent="-283464">
              <a:spcBef>
                <a:spcPts val="1800"/>
              </a:spcBef>
              <a:defRPr lang="it-IT" sz="2000"/>
            </a:lvl2pPr>
            <a:lvl3pPr marL="594360" indent="-283464">
              <a:spcBef>
                <a:spcPts val="1800"/>
              </a:spcBef>
              <a:defRPr lang="it-IT" sz="2000"/>
            </a:lvl3pPr>
            <a:lvl4pPr marL="822960" indent="-283464">
              <a:spcBef>
                <a:spcPts val="1800"/>
              </a:spcBef>
              <a:defRPr lang="it-IT" sz="2000"/>
            </a:lvl4pPr>
            <a:lvl5pPr marL="1005840" indent="-283464">
              <a:spcBef>
                <a:spcPts val="1800"/>
              </a:spcBef>
              <a:defRPr lang="it-IT" sz="2000"/>
            </a:lvl5pPr>
          </a:lstStyle>
          <a:p>
            <a:pPr lvl="0" rtl="0"/>
            <a:r>
              <a:rPr lang="it-IT"/>
              <a:t>Fai clic per aggiungere contenuto</a:t>
            </a:r>
          </a:p>
          <a:p>
            <a:pPr lvl="1" rtl="0"/>
            <a:r>
              <a:rPr lang="it-IT"/>
              <a:t>Secondo livello</a:t>
            </a:r>
          </a:p>
          <a:p>
            <a:pPr lvl="2" rtl="0"/>
            <a:r>
              <a:rPr lang="it-IT"/>
              <a:t>Terzo livello</a:t>
            </a:r>
          </a:p>
          <a:p>
            <a:pPr lvl="3" rtl="0"/>
            <a:r>
              <a:rPr lang="it-IT"/>
              <a:t>Quarto livello</a:t>
            </a:r>
          </a:p>
          <a:p>
            <a:pPr lvl="4" rtl="0"/>
            <a:r>
              <a:rPr lang="it-IT"/>
              <a:t>Quinto livello</a:t>
            </a:r>
          </a:p>
        </p:txBody>
      </p:sp>
      <p:sp>
        <p:nvSpPr>
          <p:cNvPr id="3" name="Segnaposto contenuto 5">
            <a:extLst>
              <a:ext uri="{FF2B5EF4-FFF2-40B4-BE49-F238E27FC236}">
                <a16:creationId xmlns:a16="http://schemas.microsoft.com/office/drawing/2014/main" id="{BD11386D-847E-8CF5-E56A-42E80A65A089}"/>
              </a:ext>
            </a:extLst>
          </p:cNvPr>
          <p:cNvSpPr>
            <a:spLocks noGrp="1"/>
          </p:cNvSpPr>
          <p:nvPr>
            <p:ph sz="quarter" idx="16" hasCustomPrompt="1"/>
          </p:nvPr>
        </p:nvSpPr>
        <p:spPr>
          <a:xfrm>
            <a:off x="5881898" y="2676525"/>
            <a:ext cx="4490827" cy="3597470"/>
          </a:xfrm>
        </p:spPr>
        <p:txBody>
          <a:bodyPr lIns="0" tIns="45720" rIns="0" bIns="0" rtlCol="0">
            <a:normAutofit/>
          </a:bodyPr>
          <a:lstStyle>
            <a:lvl1pPr marL="0" indent="0">
              <a:spcBef>
                <a:spcPts val="1800"/>
              </a:spcBef>
              <a:buFont typeface="Arial" panose="020B0604020202020204" pitchFamily="34" charset="0"/>
              <a:buNone/>
              <a:defRPr lang="it-IT" sz="2000"/>
            </a:lvl1pPr>
            <a:lvl2pPr marL="283464" indent="-283464">
              <a:spcBef>
                <a:spcPts val="1800"/>
              </a:spcBef>
              <a:defRPr lang="it-IT" sz="2000"/>
            </a:lvl2pPr>
            <a:lvl3pPr marL="548640" indent="-283464">
              <a:spcBef>
                <a:spcPts val="1800"/>
              </a:spcBef>
              <a:defRPr lang="it-IT" sz="2000"/>
            </a:lvl3pPr>
            <a:lvl4pPr marL="822960" indent="-283464">
              <a:spcBef>
                <a:spcPts val="1800"/>
              </a:spcBef>
              <a:defRPr lang="it-IT" sz="2000"/>
            </a:lvl4pPr>
            <a:lvl5pPr marL="1005840" indent="-283464">
              <a:spcBef>
                <a:spcPts val="1800"/>
              </a:spcBef>
              <a:defRPr lang="it-IT" sz="2000"/>
            </a:lvl5pPr>
          </a:lstStyle>
          <a:p>
            <a:pPr lvl="0" rtl="0"/>
            <a:r>
              <a:rPr lang="it-IT"/>
              <a:t>Fai clic per aggiungere contenuto</a:t>
            </a:r>
          </a:p>
          <a:p>
            <a:pPr lvl="1" rtl="0"/>
            <a:r>
              <a:rPr lang="it-IT"/>
              <a:t>Secondo livello</a:t>
            </a:r>
          </a:p>
          <a:p>
            <a:pPr lvl="2" rtl="0"/>
            <a:r>
              <a:rPr lang="it-IT"/>
              <a:t>Terzo livello</a:t>
            </a:r>
          </a:p>
          <a:p>
            <a:pPr lvl="3" rtl="0"/>
            <a:r>
              <a:rPr lang="it-IT"/>
              <a:t>Quarto livello</a:t>
            </a:r>
          </a:p>
          <a:p>
            <a:pPr lvl="4" rtl="0"/>
            <a:r>
              <a:rPr lang="it-IT"/>
              <a:t>Quinto livello</a:t>
            </a:r>
          </a:p>
        </p:txBody>
      </p:sp>
      <p:sp>
        <p:nvSpPr>
          <p:cNvPr id="10" name="Segnaposto numero diapositiva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rtlCol="0"/>
          <a:lstStyle>
            <a:defPPr>
              <a:defRPr lang="it-IT"/>
            </a:defPPr>
          </a:lstStyle>
          <a:p>
            <a:pPr rtl="0"/>
            <a:fld id="{294A09A9-5501-47C1-A89A-A340965A2BE2}" type="slidenum">
              <a:rPr lang="it-IT" smtClean="0"/>
              <a:pPr rtl="0"/>
              <a:t>‹#›</a:t>
            </a:fld>
            <a:endParaRPr lang="it-IT" dirty="0">
              <a:latin typeface="+mn-lt"/>
            </a:endParaRPr>
          </a:p>
        </p:txBody>
      </p:sp>
      <p:sp>
        <p:nvSpPr>
          <p:cNvPr id="8" name="Segnaposto data 7">
            <a:extLst>
              <a:ext uri="{FF2B5EF4-FFF2-40B4-BE49-F238E27FC236}">
                <a16:creationId xmlns:a16="http://schemas.microsoft.com/office/drawing/2014/main" id="{C5EA2E64-5690-A56B-7051-476EC7BADA55}"/>
              </a:ext>
            </a:extLst>
          </p:cNvPr>
          <p:cNvSpPr>
            <a:spLocks noGrp="1"/>
          </p:cNvSpPr>
          <p:nvPr>
            <p:ph type="dt" sz="half" idx="11"/>
          </p:nvPr>
        </p:nvSpPr>
        <p:spPr/>
        <p:txBody>
          <a:bodyPr rtlCol="0"/>
          <a:lstStyle>
            <a:defPPr>
              <a:defRPr lang="it-IT"/>
            </a:defPPr>
          </a:lstStyle>
          <a:p>
            <a:pPr rtl="0"/>
            <a:endParaRPr lang="it-IT" dirty="0">
              <a:latin typeface="+mn-lt"/>
            </a:endParaRPr>
          </a:p>
        </p:txBody>
      </p:sp>
      <p:cxnSp>
        <p:nvCxnSpPr>
          <p:cNvPr id="4" name="Connettore diritto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941056953"/>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olo e contenuto ">
    <p:bg>
      <p:bgPr>
        <a:solidFill>
          <a:schemeClr val="tx1"/>
        </a:solidFill>
        <a:effectLst/>
      </p:bgPr>
    </p:bg>
    <p:spTree>
      <p:nvGrpSpPr>
        <p:cNvPr id="1" name=""/>
        <p:cNvGrpSpPr/>
        <p:nvPr/>
      </p:nvGrpSpPr>
      <p:grpSpPr>
        <a:xfrm>
          <a:off x="0" y="0"/>
          <a:ext cx="0" cy="0"/>
          <a:chOff x="0" y="0"/>
          <a:chExt cx="0" cy="0"/>
        </a:xfrm>
      </p:grpSpPr>
      <p:grpSp>
        <p:nvGrpSpPr>
          <p:cNvPr id="11" name="Gruppo 10">
            <a:extLst>
              <a:ext uri="{FF2B5EF4-FFF2-40B4-BE49-F238E27FC236}">
                <a16:creationId xmlns:a16="http://schemas.microsoft.com/office/drawing/2014/main" id="{42E558A9-6DD6-E21D-3A8F-6707E1DD19F1}"/>
              </a:ext>
              <a:ext uri="{C183D7F6-B498-43B3-948B-1728B52AA6E4}">
                <adec:decorative xmlns:adec="http://schemas.microsoft.com/office/drawing/2017/decorative" val="1"/>
              </a:ext>
            </a:extLst>
          </p:cNvPr>
          <p:cNvGrpSpPr/>
          <p:nvPr userDrawn="1"/>
        </p:nvGrpSpPr>
        <p:grpSpPr>
          <a:xfrm>
            <a:off x="6362700" y="0"/>
            <a:ext cx="5829298" cy="3235602"/>
            <a:chOff x="5612972" y="1"/>
            <a:chExt cx="6615961" cy="3672246"/>
          </a:xfrm>
        </p:grpSpPr>
        <p:sp>
          <p:nvSpPr>
            <p:cNvPr id="12" name="Forma 24">
              <a:extLst>
                <a:ext uri="{FF2B5EF4-FFF2-40B4-BE49-F238E27FC236}">
                  <a16:creationId xmlns:a16="http://schemas.microsoft.com/office/drawing/2014/main" id="{3FC994E4-318C-1E66-B4E4-8F8FD08E098F}"/>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it-IT"/>
              </a:defPPr>
            </a:lstStyle>
            <a:p>
              <a:pPr rtl="0"/>
              <a:endParaRPr lang="it-IT" dirty="0"/>
            </a:p>
          </p:txBody>
        </p:sp>
        <p:sp>
          <p:nvSpPr>
            <p:cNvPr id="13" name="Figura a mano libera 7">
              <a:extLst>
                <a:ext uri="{FF2B5EF4-FFF2-40B4-BE49-F238E27FC236}">
                  <a16:creationId xmlns:a16="http://schemas.microsoft.com/office/drawing/2014/main" id="{17C00E6B-F625-6D6C-8364-9DD9F3C3628F}"/>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it-IT"/>
              </a:defPPr>
            </a:lstStyle>
            <a:p>
              <a:pPr rtl="0"/>
              <a:endParaRPr lang="it-IT" dirty="0"/>
            </a:p>
          </p:txBody>
        </p:sp>
        <p:sp>
          <p:nvSpPr>
            <p:cNvPr id="14" name="Figura a mano libera 8">
              <a:extLst>
                <a:ext uri="{FF2B5EF4-FFF2-40B4-BE49-F238E27FC236}">
                  <a16:creationId xmlns:a16="http://schemas.microsoft.com/office/drawing/2014/main" id="{C6197B87-4F65-7981-9463-84830CD3687F}"/>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it-IT"/>
              </a:defPPr>
            </a:lstStyle>
            <a:p>
              <a:pPr rtl="0"/>
              <a:endParaRPr lang="it-IT" dirty="0"/>
            </a:p>
          </p:txBody>
        </p:sp>
        <p:sp>
          <p:nvSpPr>
            <p:cNvPr id="18" name="Figura a mano libera 9">
              <a:extLst>
                <a:ext uri="{FF2B5EF4-FFF2-40B4-BE49-F238E27FC236}">
                  <a16:creationId xmlns:a16="http://schemas.microsoft.com/office/drawing/2014/main" id="{86AA517C-7217-D864-B7E7-40984A2880DB}"/>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rtlCol="0" anchor="t" anchorCtr="0" upright="1">
              <a:noAutofit/>
            </a:bodyPr>
            <a:lstStyle>
              <a:defPPr>
                <a:defRPr lang="it-IT"/>
              </a:defPPr>
            </a:lstStyle>
            <a:p>
              <a:pPr rtl="0"/>
              <a:endParaRPr lang="it-IT" dirty="0"/>
            </a:p>
          </p:txBody>
        </p:sp>
        <p:sp>
          <p:nvSpPr>
            <p:cNvPr id="19" name="Figura a mano libera 10">
              <a:extLst>
                <a:ext uri="{FF2B5EF4-FFF2-40B4-BE49-F238E27FC236}">
                  <a16:creationId xmlns:a16="http://schemas.microsoft.com/office/drawing/2014/main" id="{524013C6-491C-CAA2-5BD6-7C73596711CC}"/>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it-IT"/>
              </a:defPPr>
            </a:lstStyle>
            <a:p>
              <a:pPr rtl="0"/>
              <a:endParaRPr lang="it-IT" dirty="0"/>
            </a:p>
          </p:txBody>
        </p:sp>
      </p:grpSp>
      <p:sp>
        <p:nvSpPr>
          <p:cNvPr id="16" name="Titolo 1">
            <a:extLst>
              <a:ext uri="{FF2B5EF4-FFF2-40B4-BE49-F238E27FC236}">
                <a16:creationId xmlns:a16="http://schemas.microsoft.com/office/drawing/2014/main" id="{109B023A-F28F-184D-BA48-3F1C0502AE0A}"/>
              </a:ext>
            </a:extLst>
          </p:cNvPr>
          <p:cNvSpPr>
            <a:spLocks noGrp="1"/>
          </p:cNvSpPr>
          <p:nvPr>
            <p:ph type="title" hasCustomPrompt="1"/>
          </p:nvPr>
        </p:nvSpPr>
        <p:spPr>
          <a:xfrm>
            <a:off x="6318885" y="3499667"/>
            <a:ext cx="4939666" cy="2542810"/>
          </a:xfrm>
          <a:prstGeom prst="rect">
            <a:avLst/>
          </a:prstGeom>
        </p:spPr>
        <p:txBody>
          <a:bodyPr lIns="0" tIns="0" rIns="0" bIns="0" rtlCol="0" anchor="b" anchorCtr="0">
            <a:noAutofit/>
          </a:bodyPr>
          <a:lstStyle>
            <a:lvl1pPr>
              <a:defRPr lang="it-IT" sz="4400" b="1" i="0">
                <a:solidFill>
                  <a:schemeClr val="bg1"/>
                </a:solidFill>
                <a:latin typeface="+mj-lt"/>
              </a:defRPr>
            </a:lvl1pPr>
          </a:lstStyle>
          <a:p>
            <a:pPr rtl="0"/>
            <a:r>
              <a:rPr lang="it-IT"/>
              <a:t>Fare clic per inserire il titolo </a:t>
            </a:r>
          </a:p>
        </p:txBody>
      </p:sp>
      <p:cxnSp>
        <p:nvCxnSpPr>
          <p:cNvPr id="4" name="Connettore diritto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6347460" y="631317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7" name="Segnaposto contenuto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603885" y="457201"/>
            <a:ext cx="5198269" cy="2305050"/>
          </a:xfrm>
        </p:spPr>
        <p:txBody>
          <a:bodyPr lIns="0" tIns="274320" rtlCol="0">
            <a:normAutofit/>
          </a:bodyPr>
          <a:lstStyle>
            <a:lvl1pPr marL="457200" indent="-457200">
              <a:spcBef>
                <a:spcPts val="1800"/>
              </a:spcBef>
              <a:buFont typeface="+mj-lt"/>
              <a:buAutoNum type="arabicPeriod"/>
              <a:defRPr lang="it-IT" sz="2000"/>
            </a:lvl1pPr>
            <a:lvl2pPr marL="914400" indent="-457200">
              <a:spcBef>
                <a:spcPts val="1800"/>
              </a:spcBef>
              <a:buFont typeface="+mj-lt"/>
              <a:buAutoNum type="alphaLcPeriod"/>
              <a:defRPr lang="it-IT" sz="2000"/>
            </a:lvl2pPr>
            <a:lvl3pPr marL="1371600" indent="-457200">
              <a:spcBef>
                <a:spcPts val="1800"/>
              </a:spcBef>
              <a:buFont typeface="+mj-lt"/>
              <a:buAutoNum type="arabicParenR"/>
              <a:defRPr lang="it-IT" sz="2000"/>
            </a:lvl3pPr>
            <a:lvl4pPr marL="1371600" indent="0">
              <a:spcBef>
                <a:spcPts val="1800"/>
              </a:spcBef>
              <a:buFont typeface="+mj-lt"/>
              <a:buNone/>
              <a:defRPr lang="it-IT" sz="2000"/>
            </a:lvl4pPr>
            <a:lvl5pPr marL="2286000" indent="-457200">
              <a:spcBef>
                <a:spcPts val="1800"/>
              </a:spcBef>
              <a:buFont typeface="+mj-lt"/>
              <a:buAutoNum type="arabicPeriod"/>
              <a:defRPr lang="it-IT" sz="2000"/>
            </a:lvl5pPr>
          </a:lstStyle>
          <a:p>
            <a:pPr lvl="0" rtl="0"/>
            <a:r>
              <a:rPr lang="it-IT"/>
              <a:t>Fai clic per aggiungere contenuto</a:t>
            </a:r>
          </a:p>
          <a:p>
            <a:pPr lvl="1" rtl="0"/>
            <a:r>
              <a:rPr lang="it-IT"/>
              <a:t>Secondo livello</a:t>
            </a:r>
          </a:p>
          <a:p>
            <a:pPr lvl="2" rtl="0"/>
            <a:r>
              <a:rPr lang="it-IT"/>
              <a:t>Terzo livello</a:t>
            </a:r>
          </a:p>
          <a:p>
            <a:pPr lvl="3" rtl="0"/>
            <a:endParaRPr lang="it-IT" dirty="0"/>
          </a:p>
        </p:txBody>
      </p:sp>
      <p:sp>
        <p:nvSpPr>
          <p:cNvPr id="2" name="Segnaposto contenuto 5">
            <a:extLst>
              <a:ext uri="{FF2B5EF4-FFF2-40B4-BE49-F238E27FC236}">
                <a16:creationId xmlns:a16="http://schemas.microsoft.com/office/drawing/2014/main" id="{3AC171DA-232D-44C1-6B93-40BACB298F4B}"/>
              </a:ext>
            </a:extLst>
          </p:cNvPr>
          <p:cNvSpPr>
            <a:spLocks noGrp="1"/>
          </p:cNvSpPr>
          <p:nvPr>
            <p:ph sz="quarter" idx="15" hasCustomPrompt="1"/>
          </p:nvPr>
        </p:nvSpPr>
        <p:spPr>
          <a:xfrm>
            <a:off x="594360" y="2810595"/>
            <a:ext cx="5198269" cy="3319513"/>
          </a:xfrm>
        </p:spPr>
        <p:txBody>
          <a:bodyPr lIns="0" tIns="45720" rIns="0" bIns="0" rtlCol="0">
            <a:normAutofit/>
          </a:bodyPr>
          <a:lstStyle>
            <a:lvl1pPr marL="0" indent="0">
              <a:spcBef>
                <a:spcPts val="1800"/>
              </a:spcBef>
              <a:buFont typeface="Arial" panose="020B0604020202020204" pitchFamily="34" charset="0"/>
              <a:buNone/>
              <a:defRPr lang="it-IT" sz="2000"/>
            </a:lvl1pPr>
            <a:lvl2pPr marL="283464" indent="-283464">
              <a:spcBef>
                <a:spcPts val="1800"/>
              </a:spcBef>
              <a:defRPr lang="it-IT" sz="2000"/>
            </a:lvl2pPr>
            <a:lvl3pPr marL="548640" indent="-283464">
              <a:spcBef>
                <a:spcPts val="1800"/>
              </a:spcBef>
              <a:defRPr lang="it-IT" sz="2000"/>
            </a:lvl3pPr>
            <a:lvl4pPr marL="822960" indent="-283464">
              <a:spcBef>
                <a:spcPts val="1800"/>
              </a:spcBef>
              <a:defRPr lang="it-IT" sz="2000"/>
            </a:lvl4pPr>
            <a:lvl5pPr marL="1005840" indent="-283464">
              <a:spcBef>
                <a:spcPts val="1800"/>
              </a:spcBef>
              <a:defRPr lang="it-IT" sz="2000"/>
            </a:lvl5pPr>
          </a:lstStyle>
          <a:p>
            <a:pPr lvl="0" rtl="0"/>
            <a:r>
              <a:rPr lang="it-IT"/>
              <a:t>Fai clic per aggiungere contenuto</a:t>
            </a:r>
          </a:p>
          <a:p>
            <a:pPr lvl="1" rtl="0"/>
            <a:r>
              <a:rPr lang="it-IT"/>
              <a:t>Secondo livello</a:t>
            </a:r>
          </a:p>
          <a:p>
            <a:pPr lvl="2" rtl="0"/>
            <a:r>
              <a:rPr lang="it-IT"/>
              <a:t>Terzo livello</a:t>
            </a:r>
          </a:p>
          <a:p>
            <a:pPr lvl="3" rtl="0"/>
            <a:r>
              <a:rPr lang="it-IT"/>
              <a:t>Quarto livello</a:t>
            </a:r>
          </a:p>
          <a:p>
            <a:pPr lvl="4" rtl="0"/>
            <a:r>
              <a:rPr lang="it-IT"/>
              <a:t>Quinto livello</a:t>
            </a:r>
          </a:p>
        </p:txBody>
      </p:sp>
      <p:sp>
        <p:nvSpPr>
          <p:cNvPr id="10" name="Segnaposto numero diapositiva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rtlCol="0"/>
          <a:lstStyle>
            <a:defPPr>
              <a:defRPr lang="it-IT"/>
            </a:defPPr>
          </a:lstStyle>
          <a:p>
            <a:pPr rtl="0"/>
            <a:fld id="{294A09A9-5501-47C1-A89A-A340965A2BE2}" type="slidenum">
              <a:rPr lang="it-IT" smtClean="0"/>
              <a:pPr rtl="0"/>
              <a:t>‹#›</a:t>
            </a:fld>
            <a:endParaRPr lang="it-IT" dirty="0">
              <a:latin typeface="+mn-lt"/>
            </a:endParaRPr>
          </a:p>
        </p:txBody>
      </p:sp>
      <p:sp>
        <p:nvSpPr>
          <p:cNvPr id="8" name="Segnaposto data 7">
            <a:extLst>
              <a:ext uri="{FF2B5EF4-FFF2-40B4-BE49-F238E27FC236}">
                <a16:creationId xmlns:a16="http://schemas.microsoft.com/office/drawing/2014/main" id="{C5EA2E64-5690-A56B-7051-476EC7BADA55}"/>
              </a:ext>
            </a:extLst>
          </p:cNvPr>
          <p:cNvSpPr>
            <a:spLocks noGrp="1"/>
          </p:cNvSpPr>
          <p:nvPr>
            <p:ph type="dt" sz="half" idx="11"/>
          </p:nvPr>
        </p:nvSpPr>
        <p:spPr/>
        <p:txBody>
          <a:bodyPr rtlCol="0"/>
          <a:lstStyle>
            <a:defPPr>
              <a:defRPr lang="it-IT"/>
            </a:defPPr>
          </a:lstStyle>
          <a:p>
            <a:pPr rtl="0"/>
            <a:endParaRPr lang="it-IT" dirty="0">
              <a:latin typeface="+mn-lt"/>
            </a:endParaRPr>
          </a:p>
        </p:txBody>
      </p:sp>
    </p:spTree>
    <p:extLst>
      <p:ext uri="{BB962C8B-B14F-4D97-AF65-F5344CB8AC3E}">
        <p14:creationId xmlns:p14="http://schemas.microsoft.com/office/powerpoint/2010/main" val="554606805"/>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uto titolo e immagine">
    <p:bg>
      <p:bgPr>
        <a:solidFill>
          <a:schemeClr val="tx1"/>
        </a:solidFill>
        <a:effectLst/>
      </p:bgPr>
    </p:bg>
    <p:spTree>
      <p:nvGrpSpPr>
        <p:cNvPr id="1" name=""/>
        <p:cNvGrpSpPr/>
        <p:nvPr/>
      </p:nvGrpSpPr>
      <p:grpSpPr>
        <a:xfrm>
          <a:off x="0" y="0"/>
          <a:ext cx="0" cy="0"/>
          <a:chOff x="0" y="0"/>
          <a:chExt cx="0" cy="0"/>
        </a:xfrm>
      </p:grpSpPr>
      <p:sp>
        <p:nvSpPr>
          <p:cNvPr id="16" name="Titolo 1">
            <a:extLst>
              <a:ext uri="{FF2B5EF4-FFF2-40B4-BE49-F238E27FC236}">
                <a16:creationId xmlns:a16="http://schemas.microsoft.com/office/drawing/2014/main" id="{109B023A-F28F-184D-BA48-3F1C0502AE0A}"/>
              </a:ext>
            </a:extLst>
          </p:cNvPr>
          <p:cNvSpPr>
            <a:spLocks noGrp="1"/>
          </p:cNvSpPr>
          <p:nvPr>
            <p:ph type="title" hasCustomPrompt="1"/>
          </p:nvPr>
        </p:nvSpPr>
        <p:spPr>
          <a:xfrm>
            <a:off x="575310" y="278129"/>
            <a:ext cx="5063490" cy="2354026"/>
          </a:xfrm>
          <a:prstGeom prst="rect">
            <a:avLst/>
          </a:prstGeom>
        </p:spPr>
        <p:txBody>
          <a:bodyPr lIns="0" tIns="0" rIns="0" bIns="0" rtlCol="0" anchor="b" anchorCtr="0">
            <a:noAutofit/>
          </a:bodyPr>
          <a:lstStyle>
            <a:lvl1pPr>
              <a:defRPr lang="it-IT" sz="4400" b="1" i="0">
                <a:solidFill>
                  <a:schemeClr val="bg1"/>
                </a:solidFill>
                <a:latin typeface="+mj-lt"/>
              </a:defRPr>
            </a:lvl1pPr>
          </a:lstStyle>
          <a:p>
            <a:pPr rtl="0"/>
            <a:r>
              <a:rPr lang="it-IT"/>
              <a:t>Fare clic per inserire il titolo </a:t>
            </a:r>
          </a:p>
        </p:txBody>
      </p:sp>
      <p:sp>
        <p:nvSpPr>
          <p:cNvPr id="3" name="Segnaposto contenuto 5">
            <a:extLst>
              <a:ext uri="{FF2B5EF4-FFF2-40B4-BE49-F238E27FC236}">
                <a16:creationId xmlns:a16="http://schemas.microsoft.com/office/drawing/2014/main" id="{1EF4505D-6803-3813-7738-049963427819}"/>
              </a:ext>
            </a:extLst>
          </p:cNvPr>
          <p:cNvSpPr>
            <a:spLocks noGrp="1"/>
          </p:cNvSpPr>
          <p:nvPr>
            <p:ph sz="quarter" idx="16" hasCustomPrompt="1"/>
          </p:nvPr>
        </p:nvSpPr>
        <p:spPr>
          <a:xfrm>
            <a:off x="594360" y="3279579"/>
            <a:ext cx="5044440" cy="2994415"/>
          </a:xfrm>
        </p:spPr>
        <p:txBody>
          <a:bodyPr lIns="0" tIns="228600" rIns="0" bIns="0" rtlCol="0">
            <a:normAutofit/>
          </a:bodyPr>
          <a:lstStyle>
            <a:lvl1pPr marL="0" indent="0">
              <a:spcBef>
                <a:spcPts val="1800"/>
              </a:spcBef>
              <a:buFont typeface="Arial" panose="020B0604020202020204" pitchFamily="34" charset="0"/>
              <a:buNone/>
              <a:defRPr lang="it-IT" sz="2000"/>
            </a:lvl1pPr>
            <a:lvl2pPr indent="-283464">
              <a:spcBef>
                <a:spcPts val="1800"/>
              </a:spcBef>
              <a:defRPr lang="it-IT" sz="2000"/>
            </a:lvl2pPr>
            <a:lvl3pPr indent="-283464">
              <a:spcBef>
                <a:spcPts val="1800"/>
              </a:spcBef>
              <a:defRPr lang="it-IT" sz="2000"/>
            </a:lvl3pPr>
            <a:lvl4pPr indent="-283464">
              <a:spcBef>
                <a:spcPts val="1800"/>
              </a:spcBef>
              <a:defRPr lang="it-IT" sz="2000"/>
            </a:lvl4pPr>
            <a:lvl5pPr indent="-283464">
              <a:spcBef>
                <a:spcPts val="1800"/>
              </a:spcBef>
              <a:defRPr lang="it-IT" sz="2000"/>
            </a:lvl5pPr>
          </a:lstStyle>
          <a:p>
            <a:pPr lvl="0" rtl="0"/>
            <a:r>
              <a:rPr lang="it-IT"/>
              <a:t>Fai clic per aggiungere contenuto</a:t>
            </a:r>
          </a:p>
          <a:p>
            <a:pPr lvl="1" rtl="0"/>
            <a:r>
              <a:rPr lang="it-IT"/>
              <a:t>Secondo livello</a:t>
            </a:r>
          </a:p>
          <a:p>
            <a:pPr lvl="2" rtl="0"/>
            <a:r>
              <a:rPr lang="it-IT"/>
              <a:t>Terzo livello</a:t>
            </a:r>
          </a:p>
          <a:p>
            <a:pPr lvl="3" rtl="0"/>
            <a:r>
              <a:rPr lang="it-IT"/>
              <a:t>Quarto livello</a:t>
            </a:r>
          </a:p>
          <a:p>
            <a:pPr lvl="4" rtl="0"/>
            <a:r>
              <a:rPr lang="it-IT"/>
              <a:t>Quinto livello</a:t>
            </a:r>
          </a:p>
        </p:txBody>
      </p:sp>
      <p:cxnSp>
        <p:nvCxnSpPr>
          <p:cNvPr id="4" name="Connettore diritto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997459"/>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12" name="Segnaposto immagine 11">
            <a:extLst>
              <a:ext uri="{FF2B5EF4-FFF2-40B4-BE49-F238E27FC236}">
                <a16:creationId xmlns:a16="http://schemas.microsoft.com/office/drawing/2014/main" id="{4658637A-5D36-6127-19BC-C203E23FA49F}"/>
              </a:ext>
            </a:extLst>
          </p:cNvPr>
          <p:cNvSpPr>
            <a:spLocks noGrp="1"/>
          </p:cNvSpPr>
          <p:nvPr>
            <p:ph type="pic" sz="quarter" idx="15"/>
          </p:nvPr>
        </p:nvSpPr>
        <p:spPr>
          <a:xfrm>
            <a:off x="6096000" y="0"/>
            <a:ext cx="6118225" cy="6858000"/>
          </a:xfrm>
        </p:spPr>
        <p:txBody>
          <a:bodyPr rtlCol="0">
            <a:normAutofit/>
          </a:bodyPr>
          <a:lstStyle>
            <a:lvl1pPr marL="0" indent="0" algn="ctr">
              <a:buNone/>
              <a:defRPr lang="it-IT" sz="2000">
                <a:solidFill>
                  <a:schemeClr val="bg1"/>
                </a:solidFill>
              </a:defRPr>
            </a:lvl1pPr>
          </a:lstStyle>
          <a:p>
            <a:pPr rtl="0"/>
            <a:r>
              <a:rPr lang="en-US"/>
              <a:t>Click icon to add picture</a:t>
            </a:r>
            <a:endParaRPr lang="it-IT"/>
          </a:p>
        </p:txBody>
      </p:sp>
      <p:sp>
        <p:nvSpPr>
          <p:cNvPr id="10" name="Segnaposto numero diapositiva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rtlCol="0"/>
          <a:lstStyle>
            <a:defPPr>
              <a:defRPr lang="it-IT"/>
            </a:defPPr>
          </a:lstStyle>
          <a:p>
            <a:pPr rtl="0"/>
            <a:fld id="{294A09A9-5501-47C1-A89A-A340965A2BE2}" type="slidenum">
              <a:rPr lang="it-IT" smtClean="0"/>
              <a:pPr rtl="0"/>
              <a:t>‹#›</a:t>
            </a:fld>
            <a:endParaRPr lang="it-IT" dirty="0">
              <a:latin typeface="+mn-lt"/>
            </a:endParaRPr>
          </a:p>
        </p:txBody>
      </p:sp>
      <p:sp>
        <p:nvSpPr>
          <p:cNvPr id="8" name="Segnaposto data 7">
            <a:extLst>
              <a:ext uri="{FF2B5EF4-FFF2-40B4-BE49-F238E27FC236}">
                <a16:creationId xmlns:a16="http://schemas.microsoft.com/office/drawing/2014/main" id="{C5EA2E64-5690-A56B-7051-476EC7BADA55}"/>
              </a:ext>
            </a:extLst>
          </p:cNvPr>
          <p:cNvSpPr>
            <a:spLocks noGrp="1"/>
          </p:cNvSpPr>
          <p:nvPr>
            <p:ph type="dt" sz="half" idx="11"/>
          </p:nvPr>
        </p:nvSpPr>
        <p:spPr/>
        <p:txBody>
          <a:bodyPr rtlCol="0"/>
          <a:lstStyle>
            <a:defPPr>
              <a:defRPr lang="it-IT"/>
            </a:defPPr>
          </a:lstStyle>
          <a:p>
            <a:pPr rtl="0"/>
            <a:endParaRPr lang="it-IT" dirty="0">
              <a:latin typeface="+mn-lt"/>
            </a:endParaRPr>
          </a:p>
        </p:txBody>
      </p:sp>
    </p:spTree>
    <p:extLst>
      <p:ext uri="{BB962C8B-B14F-4D97-AF65-F5344CB8AC3E}">
        <p14:creationId xmlns:p14="http://schemas.microsoft.com/office/powerpoint/2010/main" val="1429319764"/>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uto del titolo e tabella">
    <p:bg>
      <p:bgPr>
        <a:solidFill>
          <a:schemeClr val="tx1"/>
        </a:solidFill>
        <a:effectLst/>
      </p:bgPr>
    </p:bg>
    <p:spTree>
      <p:nvGrpSpPr>
        <p:cNvPr id="1" name=""/>
        <p:cNvGrpSpPr/>
        <p:nvPr/>
      </p:nvGrpSpPr>
      <p:grpSpPr>
        <a:xfrm>
          <a:off x="0" y="0"/>
          <a:ext cx="0" cy="0"/>
          <a:chOff x="0" y="0"/>
          <a:chExt cx="0" cy="0"/>
        </a:xfrm>
      </p:grpSpPr>
      <p:grpSp>
        <p:nvGrpSpPr>
          <p:cNvPr id="5" name="Gruppo 4">
            <a:extLst>
              <a:ext uri="{FF2B5EF4-FFF2-40B4-BE49-F238E27FC236}">
                <a16:creationId xmlns:a16="http://schemas.microsoft.com/office/drawing/2014/main" id="{CF555767-B3D8-BD57-1D42-7F6E1E66892B}"/>
              </a:ext>
              <a:ext uri="{C183D7F6-B498-43B3-948B-1728B52AA6E4}">
                <adec:decorative xmlns:adec="http://schemas.microsoft.com/office/drawing/2017/decorative" val="1"/>
              </a:ext>
            </a:extLst>
          </p:cNvPr>
          <p:cNvGrpSpPr>
            <a:grpSpLocks/>
          </p:cNvGrpSpPr>
          <p:nvPr userDrawn="1"/>
        </p:nvGrpSpPr>
        <p:grpSpPr bwMode="auto">
          <a:xfrm rot="16200000" flipV="1">
            <a:off x="0" y="3900132"/>
            <a:ext cx="2959226" cy="2959226"/>
            <a:chOff x="0" y="12289"/>
            <a:chExt cx="3550" cy="3551"/>
          </a:xfrm>
        </p:grpSpPr>
        <p:sp>
          <p:nvSpPr>
            <p:cNvPr id="9" name="Figura a mano libera 13">
              <a:extLst>
                <a:ext uri="{FF2B5EF4-FFF2-40B4-BE49-F238E27FC236}">
                  <a16:creationId xmlns:a16="http://schemas.microsoft.com/office/drawing/2014/main" id="{BC972B6D-098C-52F6-E990-52623B368FB1}"/>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it-IT"/>
              </a:defPPr>
            </a:lstStyle>
            <a:p>
              <a:pPr rtl="0"/>
              <a:endParaRPr lang="it-IT" dirty="0"/>
            </a:p>
          </p:txBody>
        </p:sp>
        <p:sp>
          <p:nvSpPr>
            <p:cNvPr id="15" name="Figura a mano libera 14">
              <a:extLst>
                <a:ext uri="{FF2B5EF4-FFF2-40B4-BE49-F238E27FC236}">
                  <a16:creationId xmlns:a16="http://schemas.microsoft.com/office/drawing/2014/main" id="{3F0D3EE3-9A8C-531D-1EEE-1AFAB9F3BCAE}"/>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it-IT"/>
              </a:defPPr>
            </a:lstStyle>
            <a:p>
              <a:pPr rtl="0"/>
              <a:endParaRPr lang="it-IT" dirty="0"/>
            </a:p>
          </p:txBody>
        </p:sp>
        <p:sp>
          <p:nvSpPr>
            <p:cNvPr id="17" name="Figura a mano libera 15">
              <a:extLst>
                <a:ext uri="{FF2B5EF4-FFF2-40B4-BE49-F238E27FC236}">
                  <a16:creationId xmlns:a16="http://schemas.microsoft.com/office/drawing/2014/main" id="{A2BE192C-1768-890B-EC1B-5ED6E1F82590}"/>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it-IT"/>
              </a:defPPr>
            </a:lstStyle>
            <a:p>
              <a:pPr rtl="0"/>
              <a:endParaRPr lang="it-IT" dirty="0"/>
            </a:p>
          </p:txBody>
        </p:sp>
      </p:grpSp>
      <p:sp>
        <p:nvSpPr>
          <p:cNvPr id="16" name="Titolo 1">
            <a:extLst>
              <a:ext uri="{FF2B5EF4-FFF2-40B4-BE49-F238E27FC236}">
                <a16:creationId xmlns:a16="http://schemas.microsoft.com/office/drawing/2014/main" id="{109B023A-F28F-184D-BA48-3F1C0502AE0A}"/>
              </a:ext>
            </a:extLst>
          </p:cNvPr>
          <p:cNvSpPr>
            <a:spLocks noGrp="1"/>
          </p:cNvSpPr>
          <p:nvPr>
            <p:ph type="title" hasCustomPrompt="1"/>
          </p:nvPr>
        </p:nvSpPr>
        <p:spPr>
          <a:xfrm>
            <a:off x="3661409" y="4661717"/>
            <a:ext cx="7936230" cy="1380760"/>
          </a:xfrm>
          <a:prstGeom prst="rect">
            <a:avLst/>
          </a:prstGeom>
        </p:spPr>
        <p:txBody>
          <a:bodyPr lIns="0" tIns="0" rIns="0" bIns="0" rtlCol="0" anchor="b" anchorCtr="0">
            <a:noAutofit/>
          </a:bodyPr>
          <a:lstStyle>
            <a:lvl1pPr>
              <a:defRPr lang="it-IT" sz="4400" b="1" i="0">
                <a:solidFill>
                  <a:schemeClr val="bg1"/>
                </a:solidFill>
                <a:latin typeface="+mj-lt"/>
              </a:defRPr>
            </a:lvl1pPr>
          </a:lstStyle>
          <a:p>
            <a:pPr rtl="0"/>
            <a:r>
              <a:rPr lang="it-IT"/>
              <a:t>Fare clic per inserire il titolo </a:t>
            </a:r>
          </a:p>
        </p:txBody>
      </p:sp>
      <p:cxnSp>
        <p:nvCxnSpPr>
          <p:cNvPr id="4" name="Connettore diritto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3670935" y="631317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7" name="Segnaposto contenuto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603885" y="584005"/>
            <a:ext cx="2825115" cy="3999060"/>
          </a:xfrm>
        </p:spPr>
        <p:txBody>
          <a:bodyPr lIns="0" tIns="274320" rtlCol="0">
            <a:normAutofit/>
          </a:bodyPr>
          <a:lstStyle>
            <a:lvl1pPr marL="0" indent="0">
              <a:spcBef>
                <a:spcPts val="1800"/>
              </a:spcBef>
              <a:buFont typeface="Arial" panose="020B0604020202020204" pitchFamily="34" charset="0"/>
              <a:buNone/>
              <a:defRPr lang="it-IT" sz="2000"/>
            </a:lvl1pPr>
            <a:lvl2pPr marL="457200" indent="0">
              <a:spcBef>
                <a:spcPts val="1800"/>
              </a:spcBef>
              <a:buNone/>
              <a:defRPr lang="it-IT" sz="2000"/>
            </a:lvl2pPr>
            <a:lvl3pPr marL="914400" indent="0">
              <a:spcBef>
                <a:spcPts val="1800"/>
              </a:spcBef>
              <a:buNone/>
              <a:defRPr lang="it-IT" sz="2000"/>
            </a:lvl3pPr>
            <a:lvl4pPr marL="1371600" indent="0">
              <a:spcBef>
                <a:spcPts val="1800"/>
              </a:spcBef>
              <a:buNone/>
              <a:defRPr lang="it-IT" sz="2000"/>
            </a:lvl4pPr>
            <a:lvl5pPr marL="1828800" indent="0">
              <a:spcBef>
                <a:spcPts val="1800"/>
              </a:spcBef>
              <a:buNone/>
              <a:defRPr lang="it-IT" sz="2000"/>
            </a:lvl5pPr>
          </a:lstStyle>
          <a:p>
            <a:pPr lvl="0" rtl="0"/>
            <a:r>
              <a:rPr lang="it-IT"/>
              <a:t>Fai clic per aggiungere contenuto</a:t>
            </a:r>
          </a:p>
          <a:p>
            <a:pPr lvl="1" rtl="0"/>
            <a:r>
              <a:rPr lang="it-IT"/>
              <a:t>Secondo livello</a:t>
            </a:r>
          </a:p>
          <a:p>
            <a:pPr lvl="2" rtl="0"/>
            <a:r>
              <a:rPr lang="it-IT"/>
              <a:t>Terzo livello</a:t>
            </a:r>
          </a:p>
          <a:p>
            <a:pPr lvl="3" rtl="0"/>
            <a:r>
              <a:rPr lang="it-IT"/>
              <a:t>Quarto livello</a:t>
            </a:r>
          </a:p>
          <a:p>
            <a:pPr lvl="4" rtl="0"/>
            <a:r>
              <a:rPr lang="it-IT"/>
              <a:t>Quinto livello</a:t>
            </a:r>
          </a:p>
        </p:txBody>
      </p:sp>
      <p:sp>
        <p:nvSpPr>
          <p:cNvPr id="6" name="Segnaposto contenuto 5">
            <a:extLst>
              <a:ext uri="{FF2B5EF4-FFF2-40B4-BE49-F238E27FC236}">
                <a16:creationId xmlns:a16="http://schemas.microsoft.com/office/drawing/2014/main" id="{5BCAAA28-C292-C527-AD35-90836B8BB978}"/>
              </a:ext>
            </a:extLst>
          </p:cNvPr>
          <p:cNvSpPr>
            <a:spLocks noGrp="1"/>
          </p:cNvSpPr>
          <p:nvPr>
            <p:ph sz="quarter" idx="13" hasCustomPrompt="1"/>
          </p:nvPr>
        </p:nvSpPr>
        <p:spPr>
          <a:xfrm>
            <a:off x="3670934" y="584005"/>
            <a:ext cx="7926705" cy="3999060"/>
          </a:xfrm>
        </p:spPr>
        <p:txBody>
          <a:bodyPr lIns="0" rtlCol="0">
            <a:normAutofit/>
          </a:bodyPr>
          <a:lstStyle>
            <a:lvl1pPr marL="0" indent="0">
              <a:spcBef>
                <a:spcPts val="1800"/>
              </a:spcBef>
              <a:buNone/>
              <a:defRPr lang="it-IT" sz="2000"/>
            </a:lvl1pPr>
            <a:lvl2pPr>
              <a:spcBef>
                <a:spcPts val="600"/>
              </a:spcBef>
              <a:defRPr lang="it-IT" sz="2000"/>
            </a:lvl2pPr>
            <a:lvl3pPr>
              <a:spcBef>
                <a:spcPts val="1800"/>
              </a:spcBef>
              <a:defRPr lang="it-IT" sz="2000"/>
            </a:lvl3pPr>
            <a:lvl4pPr>
              <a:spcBef>
                <a:spcPts val="1800"/>
              </a:spcBef>
              <a:defRPr lang="it-IT" sz="2000"/>
            </a:lvl4pPr>
            <a:lvl5pPr>
              <a:spcBef>
                <a:spcPts val="1800"/>
              </a:spcBef>
              <a:defRPr lang="it-IT" sz="2000"/>
            </a:lvl5pPr>
          </a:lstStyle>
          <a:p>
            <a:pPr lvl="0" rtl="0"/>
            <a:r>
              <a:rPr lang="it-IT"/>
              <a:t>Fai clic per aggiungere contenuto</a:t>
            </a:r>
          </a:p>
          <a:p>
            <a:pPr lvl="1" rtl="0"/>
            <a:r>
              <a:rPr lang="it-IT"/>
              <a:t>Secondo livello</a:t>
            </a:r>
          </a:p>
          <a:p>
            <a:pPr lvl="2" rtl="0"/>
            <a:r>
              <a:rPr lang="it-IT"/>
              <a:t>Terzo livello</a:t>
            </a:r>
          </a:p>
          <a:p>
            <a:pPr lvl="3" rtl="0"/>
            <a:r>
              <a:rPr lang="it-IT"/>
              <a:t>Quarto livello</a:t>
            </a:r>
          </a:p>
          <a:p>
            <a:pPr lvl="4" rtl="0"/>
            <a:r>
              <a:rPr lang="it-IT"/>
              <a:t>Quinto livello</a:t>
            </a:r>
          </a:p>
        </p:txBody>
      </p:sp>
      <p:sp>
        <p:nvSpPr>
          <p:cNvPr id="10" name="Segnaposto numero diapositiva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rtlCol="0"/>
          <a:lstStyle>
            <a:defPPr>
              <a:defRPr lang="it-IT"/>
            </a:defPPr>
          </a:lstStyle>
          <a:p>
            <a:pPr rtl="0"/>
            <a:fld id="{294A09A9-5501-47C1-A89A-A340965A2BE2}" type="slidenum">
              <a:rPr lang="it-IT" smtClean="0"/>
              <a:pPr rtl="0"/>
              <a:t>‹#›</a:t>
            </a:fld>
            <a:endParaRPr lang="it-IT" dirty="0">
              <a:latin typeface="+mn-lt"/>
            </a:endParaRPr>
          </a:p>
        </p:txBody>
      </p:sp>
      <p:sp>
        <p:nvSpPr>
          <p:cNvPr id="8" name="Segnaposto data 7">
            <a:extLst>
              <a:ext uri="{FF2B5EF4-FFF2-40B4-BE49-F238E27FC236}">
                <a16:creationId xmlns:a16="http://schemas.microsoft.com/office/drawing/2014/main" id="{C5EA2E64-5690-A56B-7051-476EC7BADA55}"/>
              </a:ext>
            </a:extLst>
          </p:cNvPr>
          <p:cNvSpPr>
            <a:spLocks noGrp="1"/>
          </p:cNvSpPr>
          <p:nvPr>
            <p:ph type="dt" sz="half" idx="11"/>
          </p:nvPr>
        </p:nvSpPr>
        <p:spPr/>
        <p:txBody>
          <a:bodyPr rtlCol="0"/>
          <a:lstStyle>
            <a:defPPr>
              <a:defRPr lang="it-IT"/>
            </a:defPPr>
          </a:lstStyle>
          <a:p>
            <a:pPr rtl="0"/>
            <a:endParaRPr lang="it-IT" dirty="0">
              <a:latin typeface="+mn-lt"/>
            </a:endParaRPr>
          </a:p>
        </p:txBody>
      </p:sp>
    </p:spTree>
    <p:extLst>
      <p:ext uri="{BB962C8B-B14F-4D97-AF65-F5344CB8AC3E}">
        <p14:creationId xmlns:p14="http://schemas.microsoft.com/office/powerpoint/2010/main" val="2244329111"/>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olo e due contenuti">
    <p:bg>
      <p:bgPr>
        <a:solidFill>
          <a:schemeClr val="tx1"/>
        </a:solidFill>
        <a:effectLst/>
      </p:bgPr>
    </p:bg>
    <p:spTree>
      <p:nvGrpSpPr>
        <p:cNvPr id="1" name=""/>
        <p:cNvGrpSpPr/>
        <p:nvPr/>
      </p:nvGrpSpPr>
      <p:grpSpPr>
        <a:xfrm>
          <a:off x="0" y="0"/>
          <a:ext cx="0" cy="0"/>
          <a:chOff x="0" y="0"/>
          <a:chExt cx="0" cy="0"/>
        </a:xfrm>
      </p:grpSpPr>
      <p:grpSp>
        <p:nvGrpSpPr>
          <p:cNvPr id="11" name="Gruppo 10">
            <a:extLst>
              <a:ext uri="{FF2B5EF4-FFF2-40B4-BE49-F238E27FC236}">
                <a16:creationId xmlns:a16="http://schemas.microsoft.com/office/drawing/2014/main" id="{C97D5AF2-684A-4A8D-3D82-B57D7AC44677}"/>
              </a:ext>
              <a:ext uri="{C183D7F6-B498-43B3-948B-1728B52AA6E4}">
                <adec:decorative xmlns:adec="http://schemas.microsoft.com/office/drawing/2017/decorative" val="1"/>
              </a:ext>
            </a:extLst>
          </p:cNvPr>
          <p:cNvGrpSpPr>
            <a:grpSpLocks/>
          </p:cNvGrpSpPr>
          <p:nvPr userDrawn="1"/>
        </p:nvGrpSpPr>
        <p:grpSpPr bwMode="auto">
          <a:xfrm rot="10800000">
            <a:off x="8870040" y="0"/>
            <a:ext cx="3325208" cy="3325208"/>
            <a:chOff x="0" y="12289"/>
            <a:chExt cx="3550" cy="3551"/>
          </a:xfrm>
        </p:grpSpPr>
        <p:sp>
          <p:nvSpPr>
            <p:cNvPr id="12" name="Figura a mano libera 4">
              <a:extLst>
                <a:ext uri="{FF2B5EF4-FFF2-40B4-BE49-F238E27FC236}">
                  <a16:creationId xmlns:a16="http://schemas.microsoft.com/office/drawing/2014/main" id="{8CF5F650-F8F0-F4FE-44DA-1F14ADE428B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it-IT"/>
              </a:defPPr>
            </a:lstStyle>
            <a:p>
              <a:pPr rtl="0"/>
              <a:endParaRPr lang="it-IT" dirty="0"/>
            </a:p>
          </p:txBody>
        </p:sp>
        <p:sp>
          <p:nvSpPr>
            <p:cNvPr id="13" name="Figura a mano libera 5">
              <a:extLst>
                <a:ext uri="{FF2B5EF4-FFF2-40B4-BE49-F238E27FC236}">
                  <a16:creationId xmlns:a16="http://schemas.microsoft.com/office/drawing/2014/main" id="{18870924-E47D-404F-59B5-BD1C58F7B04C}"/>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it-IT"/>
              </a:defPPr>
            </a:lstStyle>
            <a:p>
              <a:pPr rtl="0"/>
              <a:endParaRPr lang="it-IT" dirty="0"/>
            </a:p>
          </p:txBody>
        </p:sp>
        <p:sp>
          <p:nvSpPr>
            <p:cNvPr id="14" name="Figura a mano libera 7">
              <a:extLst>
                <a:ext uri="{FF2B5EF4-FFF2-40B4-BE49-F238E27FC236}">
                  <a16:creationId xmlns:a16="http://schemas.microsoft.com/office/drawing/2014/main" id="{80806A65-E4FC-2F52-65B3-CC181E620C29}"/>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it-IT"/>
              </a:defPPr>
            </a:lstStyle>
            <a:p>
              <a:pPr rtl="0"/>
              <a:endParaRPr lang="it-IT" dirty="0"/>
            </a:p>
          </p:txBody>
        </p:sp>
      </p:grpSp>
      <p:sp>
        <p:nvSpPr>
          <p:cNvPr id="16" name="Titolo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198408"/>
            <a:ext cx="10972800" cy="1574317"/>
          </a:xfrm>
          <a:prstGeom prst="rect">
            <a:avLst/>
          </a:prstGeom>
        </p:spPr>
        <p:txBody>
          <a:bodyPr lIns="0" tIns="0" rIns="0" bIns="0" rtlCol="0" anchor="b" anchorCtr="0">
            <a:noAutofit/>
          </a:bodyPr>
          <a:lstStyle>
            <a:lvl1pPr>
              <a:defRPr lang="it-IT" sz="4400" b="1" i="0">
                <a:solidFill>
                  <a:schemeClr val="bg1"/>
                </a:solidFill>
                <a:latin typeface="+mj-lt"/>
              </a:defRPr>
            </a:lvl1pPr>
          </a:lstStyle>
          <a:p>
            <a:pPr rtl="0"/>
            <a:r>
              <a:rPr lang="it-IT"/>
              <a:t>Fare clic per inserire il titolo </a:t>
            </a:r>
          </a:p>
        </p:txBody>
      </p:sp>
      <p:cxnSp>
        <p:nvCxnSpPr>
          <p:cNvPr id="4" name="Connettore diritto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6" name="Segnaposto contenuto 5">
            <a:extLst>
              <a:ext uri="{FF2B5EF4-FFF2-40B4-BE49-F238E27FC236}">
                <a16:creationId xmlns:a16="http://schemas.microsoft.com/office/drawing/2014/main" id="{5BCAAA28-C292-C527-AD35-90836B8BB978}"/>
              </a:ext>
            </a:extLst>
          </p:cNvPr>
          <p:cNvSpPr>
            <a:spLocks noGrp="1"/>
          </p:cNvSpPr>
          <p:nvPr>
            <p:ph sz="quarter" idx="13" hasCustomPrompt="1"/>
          </p:nvPr>
        </p:nvSpPr>
        <p:spPr>
          <a:xfrm>
            <a:off x="595523" y="2676525"/>
            <a:ext cx="5746750" cy="3597470"/>
          </a:xfrm>
        </p:spPr>
        <p:txBody>
          <a:bodyPr lIns="0" rtlCol="0">
            <a:normAutofit/>
          </a:bodyPr>
          <a:lstStyle>
            <a:lvl1pPr marL="0" indent="0">
              <a:spcBef>
                <a:spcPts val="1800"/>
              </a:spcBef>
              <a:buNone/>
              <a:defRPr lang="it-IT" sz="2000"/>
            </a:lvl1pPr>
            <a:lvl2pPr>
              <a:spcBef>
                <a:spcPts val="600"/>
              </a:spcBef>
              <a:defRPr lang="it-IT" sz="2000"/>
            </a:lvl2pPr>
            <a:lvl3pPr>
              <a:spcBef>
                <a:spcPts val="1800"/>
              </a:spcBef>
              <a:defRPr lang="it-IT" sz="2000"/>
            </a:lvl3pPr>
            <a:lvl4pPr>
              <a:spcBef>
                <a:spcPts val="1800"/>
              </a:spcBef>
              <a:defRPr lang="it-IT" sz="2000"/>
            </a:lvl4pPr>
            <a:lvl5pPr>
              <a:spcBef>
                <a:spcPts val="1800"/>
              </a:spcBef>
              <a:defRPr lang="it-IT" sz="2000"/>
            </a:lvl5pPr>
          </a:lstStyle>
          <a:p>
            <a:pPr lvl="0" rtl="0"/>
            <a:r>
              <a:rPr lang="it-IT"/>
              <a:t>Fai clic per aggiungere contenuto</a:t>
            </a:r>
          </a:p>
          <a:p>
            <a:pPr lvl="1" rtl="0"/>
            <a:r>
              <a:rPr lang="it-IT"/>
              <a:t>Secondo livello</a:t>
            </a:r>
          </a:p>
          <a:p>
            <a:pPr lvl="2" rtl="0"/>
            <a:r>
              <a:rPr lang="it-IT"/>
              <a:t>Terzo livello</a:t>
            </a:r>
          </a:p>
          <a:p>
            <a:pPr lvl="3" rtl="0"/>
            <a:r>
              <a:rPr lang="it-IT"/>
              <a:t>Quarto livello</a:t>
            </a:r>
          </a:p>
          <a:p>
            <a:pPr lvl="4" rtl="0"/>
            <a:r>
              <a:rPr lang="it-IT"/>
              <a:t>Quinto livello</a:t>
            </a:r>
          </a:p>
        </p:txBody>
      </p:sp>
      <p:sp>
        <p:nvSpPr>
          <p:cNvPr id="7" name="Segnaposto contenuto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7620000" y="2676525"/>
            <a:ext cx="3947160" cy="3597470"/>
          </a:xfrm>
        </p:spPr>
        <p:txBody>
          <a:bodyPr lIns="0" rtlCol="0">
            <a:normAutofit/>
          </a:bodyPr>
          <a:lstStyle>
            <a:lvl1pPr marL="342900" indent="-342900">
              <a:spcBef>
                <a:spcPts val="1800"/>
              </a:spcBef>
              <a:buFont typeface="Arial" panose="020B0604020202020204" pitchFamily="34" charset="0"/>
              <a:buChar char="•"/>
              <a:defRPr lang="it-IT" sz="2000"/>
            </a:lvl1pPr>
            <a:lvl2pPr>
              <a:spcBef>
                <a:spcPts val="1800"/>
              </a:spcBef>
              <a:defRPr lang="it-IT" sz="2000"/>
            </a:lvl2pPr>
            <a:lvl3pPr>
              <a:spcBef>
                <a:spcPts val="1800"/>
              </a:spcBef>
              <a:defRPr lang="it-IT" sz="2000"/>
            </a:lvl3pPr>
            <a:lvl4pPr>
              <a:spcBef>
                <a:spcPts val="1800"/>
              </a:spcBef>
              <a:defRPr lang="it-IT" sz="2000"/>
            </a:lvl4pPr>
            <a:lvl5pPr>
              <a:spcBef>
                <a:spcPts val="1800"/>
              </a:spcBef>
              <a:defRPr lang="it-IT" sz="2000"/>
            </a:lvl5pPr>
          </a:lstStyle>
          <a:p>
            <a:pPr lvl="0" rtl="0"/>
            <a:r>
              <a:rPr lang="it-IT"/>
              <a:t>Fai clic per aggiungere contenuto</a:t>
            </a:r>
          </a:p>
          <a:p>
            <a:pPr lvl="1" rtl="0"/>
            <a:r>
              <a:rPr lang="it-IT"/>
              <a:t>Secondo livello</a:t>
            </a:r>
          </a:p>
          <a:p>
            <a:pPr lvl="2" rtl="0"/>
            <a:r>
              <a:rPr lang="it-IT"/>
              <a:t>Terzo livello</a:t>
            </a:r>
          </a:p>
          <a:p>
            <a:pPr lvl="3" rtl="0"/>
            <a:r>
              <a:rPr lang="it-IT"/>
              <a:t>Quarto livello</a:t>
            </a:r>
          </a:p>
          <a:p>
            <a:pPr lvl="4" rtl="0"/>
            <a:r>
              <a:rPr lang="it-IT"/>
              <a:t>Quinto livello</a:t>
            </a:r>
          </a:p>
        </p:txBody>
      </p:sp>
      <p:sp>
        <p:nvSpPr>
          <p:cNvPr id="8" name="Segnaposto data 7">
            <a:extLst>
              <a:ext uri="{FF2B5EF4-FFF2-40B4-BE49-F238E27FC236}">
                <a16:creationId xmlns:a16="http://schemas.microsoft.com/office/drawing/2014/main" id="{C5EA2E64-5690-A56B-7051-476EC7BADA55}"/>
              </a:ext>
            </a:extLst>
          </p:cNvPr>
          <p:cNvSpPr>
            <a:spLocks noGrp="1"/>
          </p:cNvSpPr>
          <p:nvPr>
            <p:ph type="dt" sz="half" idx="11"/>
          </p:nvPr>
        </p:nvSpPr>
        <p:spPr/>
        <p:txBody>
          <a:bodyPr rtlCol="0"/>
          <a:lstStyle>
            <a:defPPr>
              <a:defRPr lang="it-IT"/>
            </a:defPPr>
          </a:lstStyle>
          <a:p>
            <a:pPr rtl="0"/>
            <a:endParaRPr lang="it-IT" dirty="0">
              <a:latin typeface="+mn-lt"/>
            </a:endParaRPr>
          </a:p>
        </p:txBody>
      </p:sp>
      <p:sp>
        <p:nvSpPr>
          <p:cNvPr id="10" name="Segnaposto numero diapositiva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rtlCol="0"/>
          <a:lstStyle>
            <a:defPPr>
              <a:defRPr lang="it-IT"/>
            </a:defPPr>
          </a:lstStyle>
          <a:p>
            <a:pPr rtl="0"/>
            <a:fld id="{294A09A9-5501-47C1-A89A-A340965A2BE2}" type="slidenum">
              <a:rPr lang="it-IT" smtClean="0"/>
              <a:pPr rtl="0"/>
              <a:t>‹#›</a:t>
            </a:fld>
            <a:endParaRPr lang="it-IT" dirty="0">
              <a:latin typeface="+mn-lt"/>
            </a:endParaRPr>
          </a:p>
        </p:txBody>
      </p:sp>
    </p:spTree>
    <p:extLst>
      <p:ext uri="{BB962C8B-B14F-4D97-AF65-F5344CB8AC3E}">
        <p14:creationId xmlns:p14="http://schemas.microsoft.com/office/powerpoint/2010/main" val="649744719"/>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abella 2">
    <p:bg>
      <p:bgPr>
        <a:solidFill>
          <a:schemeClr val="tx1"/>
        </a:solidFill>
        <a:effectLst/>
      </p:bgPr>
    </p:bg>
    <p:spTree>
      <p:nvGrpSpPr>
        <p:cNvPr id="1" name=""/>
        <p:cNvGrpSpPr/>
        <p:nvPr/>
      </p:nvGrpSpPr>
      <p:grpSpPr>
        <a:xfrm>
          <a:off x="0" y="0"/>
          <a:ext cx="0" cy="0"/>
          <a:chOff x="0" y="0"/>
          <a:chExt cx="0" cy="0"/>
        </a:xfrm>
      </p:grpSpPr>
      <p:sp>
        <p:nvSpPr>
          <p:cNvPr id="16" name="Titolo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202400"/>
            <a:ext cx="10972800" cy="1570325"/>
          </a:xfrm>
          <a:prstGeom prst="rect">
            <a:avLst/>
          </a:prstGeom>
        </p:spPr>
        <p:txBody>
          <a:bodyPr lIns="0" tIns="0" rIns="0" bIns="0" rtlCol="0" anchor="b" anchorCtr="0">
            <a:noAutofit/>
          </a:bodyPr>
          <a:lstStyle>
            <a:lvl1pPr>
              <a:defRPr lang="it-IT" sz="4400" b="1" i="0">
                <a:solidFill>
                  <a:schemeClr val="bg1"/>
                </a:solidFill>
                <a:latin typeface="+mj-lt"/>
              </a:defRPr>
            </a:lvl1pPr>
          </a:lstStyle>
          <a:p>
            <a:pPr rtl="0"/>
            <a:r>
              <a:rPr lang="it-IT"/>
              <a:t>Fare clic per inserire il titolo </a:t>
            </a:r>
          </a:p>
        </p:txBody>
      </p:sp>
      <p:sp>
        <p:nvSpPr>
          <p:cNvPr id="9" name="Segnaposto tabella 2">
            <a:extLst>
              <a:ext uri="{FF2B5EF4-FFF2-40B4-BE49-F238E27FC236}">
                <a16:creationId xmlns:a16="http://schemas.microsoft.com/office/drawing/2014/main" id="{1506B022-475A-6647-98FF-D5C319A0C7C4}"/>
              </a:ext>
            </a:extLst>
          </p:cNvPr>
          <p:cNvSpPr>
            <a:spLocks noGrp="1"/>
          </p:cNvSpPr>
          <p:nvPr>
            <p:ph type="tbl" sz="quarter" idx="10"/>
          </p:nvPr>
        </p:nvSpPr>
        <p:spPr>
          <a:xfrm>
            <a:off x="594360" y="2628629"/>
            <a:ext cx="10972800" cy="3636740"/>
          </a:xfrm>
        </p:spPr>
        <p:txBody>
          <a:bodyPr rtlCol="0">
            <a:noAutofit/>
          </a:bodyPr>
          <a:lstStyle>
            <a:lvl1pPr>
              <a:defRPr lang="it-IT"/>
            </a:lvl1pPr>
          </a:lstStyle>
          <a:p>
            <a:pPr rtl="0"/>
            <a:r>
              <a:rPr lang="en-US"/>
              <a:t>Click icon to add table</a:t>
            </a:r>
            <a:endParaRPr lang="it-IT"/>
          </a:p>
        </p:txBody>
      </p:sp>
      <p:sp>
        <p:nvSpPr>
          <p:cNvPr id="10" name="Segnaposto numero diapositiva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rtlCol="0"/>
          <a:lstStyle>
            <a:defPPr>
              <a:defRPr lang="it-IT"/>
            </a:defPPr>
          </a:lstStyle>
          <a:p>
            <a:pPr rtl="0"/>
            <a:fld id="{294A09A9-5501-47C1-A89A-A340965A2BE2}" type="slidenum">
              <a:rPr lang="it-IT" smtClean="0"/>
              <a:pPr rtl="0"/>
              <a:t>‹#›</a:t>
            </a:fld>
            <a:endParaRPr lang="it-IT" dirty="0">
              <a:latin typeface="+mn-lt"/>
            </a:endParaRPr>
          </a:p>
        </p:txBody>
      </p:sp>
      <p:sp>
        <p:nvSpPr>
          <p:cNvPr id="8" name="Segnaposto data 7">
            <a:extLst>
              <a:ext uri="{FF2B5EF4-FFF2-40B4-BE49-F238E27FC236}">
                <a16:creationId xmlns:a16="http://schemas.microsoft.com/office/drawing/2014/main" id="{C5EA2E64-5690-A56B-7051-476EC7BADA55}"/>
              </a:ext>
            </a:extLst>
          </p:cNvPr>
          <p:cNvSpPr>
            <a:spLocks noGrp="1"/>
          </p:cNvSpPr>
          <p:nvPr>
            <p:ph type="dt" sz="half" idx="11"/>
          </p:nvPr>
        </p:nvSpPr>
        <p:spPr/>
        <p:txBody>
          <a:bodyPr rtlCol="0"/>
          <a:lstStyle>
            <a:defPPr>
              <a:defRPr lang="it-IT"/>
            </a:defPPr>
          </a:lstStyle>
          <a:p>
            <a:pPr rtl="0"/>
            <a:endParaRPr lang="it-IT" dirty="0">
              <a:latin typeface="+mn-lt"/>
            </a:endParaRPr>
          </a:p>
        </p:txBody>
      </p:sp>
      <p:cxnSp>
        <p:nvCxnSpPr>
          <p:cNvPr id="4" name="Connettore diritto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10410957"/>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olo 3">
    <p:bg>
      <p:bgPr>
        <a:solidFill>
          <a:schemeClr val="tx1"/>
        </a:solid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594360" y="411479"/>
            <a:ext cx="5486400" cy="3291840"/>
          </a:xfrm>
          <a:prstGeom prst="rect">
            <a:avLst/>
          </a:prstGeom>
        </p:spPr>
        <p:txBody>
          <a:bodyPr lIns="0" tIns="0" rIns="0" bIns="0" rtlCol="0" anchor="b">
            <a:noAutofit/>
          </a:bodyPr>
          <a:lstStyle>
            <a:lvl1pPr algn="l">
              <a:lnSpc>
                <a:spcPct val="80000"/>
              </a:lnSpc>
              <a:defRPr lang="it-IT" sz="6000" b="1" i="0" spc="100" baseline="0">
                <a:solidFill>
                  <a:schemeClr val="bg1"/>
                </a:solidFill>
                <a:latin typeface="+mj-lt"/>
              </a:defRPr>
            </a:lvl1pPr>
          </a:lstStyle>
          <a:p>
            <a:pPr rtl="0"/>
            <a:r>
              <a:rPr lang="it-IT"/>
              <a:t>Fare clic per inserire il titolo </a:t>
            </a:r>
          </a:p>
        </p:txBody>
      </p:sp>
      <p:grpSp>
        <p:nvGrpSpPr>
          <p:cNvPr id="9" name="Gruppo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flipH="1" flipV="1">
            <a:off x="6092752" y="0"/>
            <a:ext cx="6099248" cy="6099248"/>
            <a:chOff x="0" y="12289"/>
            <a:chExt cx="3550" cy="3551"/>
          </a:xfrm>
        </p:grpSpPr>
        <p:sp>
          <p:nvSpPr>
            <p:cNvPr id="10" name="Figura a mano libera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it-IT"/>
              </a:defPPr>
            </a:lstStyle>
            <a:p>
              <a:pPr rtl="0"/>
              <a:endParaRPr lang="it-IT" dirty="0"/>
            </a:p>
          </p:txBody>
        </p:sp>
        <p:sp>
          <p:nvSpPr>
            <p:cNvPr id="11" name="Figura a mano libera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it-IT"/>
              </a:defPPr>
            </a:lstStyle>
            <a:p>
              <a:pPr rtl="0"/>
              <a:endParaRPr lang="it-IT" dirty="0"/>
            </a:p>
          </p:txBody>
        </p:sp>
        <p:sp>
          <p:nvSpPr>
            <p:cNvPr id="12" name="Figura a mano libera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it-IT"/>
              </a:defPPr>
            </a:lstStyle>
            <a:p>
              <a:pPr rtl="0"/>
              <a:endParaRPr lang="it-IT" dirty="0"/>
            </a:p>
          </p:txBody>
        </p:sp>
      </p:grpSp>
      <p:sp>
        <p:nvSpPr>
          <p:cNvPr id="18" name="Segnaposto testo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594360" y="4549552"/>
            <a:ext cx="5486400" cy="1645920"/>
          </a:xfrm>
        </p:spPr>
        <p:txBody>
          <a:bodyPr lIns="0" tIns="0" rIns="0" bIns="0" rtlCol="0">
            <a:noAutofit/>
          </a:bodyPr>
          <a:lstStyle>
            <a:lvl1pPr marL="0" indent="0">
              <a:buNone/>
              <a:defRPr lang="it-IT" sz="2400" b="1" i="0">
                <a:solidFill>
                  <a:schemeClr val="tx2">
                    <a:lumMod val="75000"/>
                  </a:schemeClr>
                </a:solidFill>
                <a:latin typeface="+mn-lt"/>
              </a:defRPr>
            </a:lvl1pPr>
            <a:lvl2pPr>
              <a:defRPr lang="it-IT" sz="4000"/>
            </a:lvl2pPr>
            <a:lvl3pPr>
              <a:defRPr lang="it-IT" sz="4000"/>
            </a:lvl3pPr>
            <a:lvl4pPr>
              <a:defRPr lang="it-IT" sz="4000"/>
            </a:lvl4pPr>
            <a:lvl5pPr>
              <a:defRPr lang="it-IT" sz="4000"/>
            </a:lvl5pPr>
          </a:lstStyle>
          <a:p>
            <a:pPr lvl="0" rtl="0"/>
            <a:r>
              <a:rPr lang="it-IT"/>
              <a:t>Fare clic per inserire il testo</a:t>
            </a:r>
          </a:p>
        </p:txBody>
      </p:sp>
      <p:cxnSp>
        <p:nvCxnSpPr>
          <p:cNvPr id="4" name="Connettore diritto 3">
            <a:extLst>
              <a:ext uri="{FF2B5EF4-FFF2-40B4-BE49-F238E27FC236}">
                <a16:creationId xmlns:a16="http://schemas.microsoft.com/office/drawing/2014/main" id="{58B149C6-5AAC-B8E5-5411-EA38821F6754}"/>
              </a:ext>
              <a:ext uri="{C183D7F6-B498-43B3-948B-1728B52AA6E4}">
                <adec:decorative xmlns:adec="http://schemas.microsoft.com/office/drawing/2017/decorative" val="1"/>
              </a:ext>
            </a:extLst>
          </p:cNvPr>
          <p:cNvCxnSpPr>
            <a:cxnSpLocks/>
          </p:cNvCxnSpPr>
          <p:nvPr userDrawn="1"/>
        </p:nvCxnSpPr>
        <p:spPr>
          <a:xfrm>
            <a:off x="594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6692738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Segnaposto testo 2">
            <a:extLst>
              <a:ext uri="{FF2B5EF4-FFF2-40B4-BE49-F238E27FC236}">
                <a16:creationId xmlns:a16="http://schemas.microsoft.com/office/drawing/2014/main" id="{8EED84C6-50E6-6C43-8031-AFF6268E0C06}"/>
              </a:ext>
            </a:extLst>
          </p:cNvPr>
          <p:cNvSpPr>
            <a:spLocks noGrp="1"/>
          </p:cNvSpPr>
          <p:nvPr>
            <p:ph type="body" idx="1"/>
          </p:nvPr>
        </p:nvSpPr>
        <p:spPr>
          <a:xfrm>
            <a:off x="594360" y="1825625"/>
            <a:ext cx="10382250" cy="4351338"/>
          </a:xfrm>
          <a:prstGeom prst="rect">
            <a:avLst/>
          </a:prstGeom>
        </p:spPr>
        <p:txBody>
          <a:bodyPr vert="horz" lIns="91440" tIns="45720" rIns="91440" bIns="45720" rtlCol="0">
            <a:normAutofit/>
          </a:bodyPr>
          <a:lstStyle>
            <a:defPPr>
              <a:defRPr lang="it-IT"/>
            </a:defPPr>
          </a:lstStyle>
          <a:p>
            <a:pPr lvl="0" rtl="0"/>
            <a:r>
              <a:rPr lang="it-IT"/>
              <a:t>Fare clic per modificare lo stile del titolo</a:t>
            </a:r>
          </a:p>
          <a:p>
            <a:pPr lvl="1" rtl="0"/>
            <a:r>
              <a:rPr lang="it-IT"/>
              <a:t>Secondo livello</a:t>
            </a:r>
          </a:p>
          <a:p>
            <a:pPr lvl="2" rtl="0"/>
            <a:r>
              <a:rPr lang="it-IT"/>
              <a:t>Terzo livello</a:t>
            </a:r>
          </a:p>
          <a:p>
            <a:pPr lvl="3" rtl="0"/>
            <a:r>
              <a:rPr lang="it-IT"/>
              <a:t>Quarto livello</a:t>
            </a:r>
          </a:p>
          <a:p>
            <a:pPr lvl="4" rtl="0"/>
            <a:r>
              <a:rPr lang="it-IT"/>
              <a:t>Quinto livello</a:t>
            </a:r>
          </a:p>
        </p:txBody>
      </p:sp>
      <p:sp>
        <p:nvSpPr>
          <p:cNvPr id="12" name="Segnaposto titolo 11">
            <a:extLst>
              <a:ext uri="{FF2B5EF4-FFF2-40B4-BE49-F238E27FC236}">
                <a16:creationId xmlns:a16="http://schemas.microsoft.com/office/drawing/2014/main" id="{D41FC0AE-253D-D242-9C88-017078F8A23A}"/>
              </a:ext>
            </a:extLst>
          </p:cNvPr>
          <p:cNvSpPr>
            <a:spLocks noGrp="1"/>
          </p:cNvSpPr>
          <p:nvPr>
            <p:ph type="title"/>
          </p:nvPr>
        </p:nvSpPr>
        <p:spPr>
          <a:xfrm>
            <a:off x="594360" y="365125"/>
            <a:ext cx="10401300" cy="1325563"/>
          </a:xfrm>
          <a:prstGeom prst="rect">
            <a:avLst/>
          </a:prstGeom>
        </p:spPr>
        <p:txBody>
          <a:bodyPr vert="horz" lIns="91440" tIns="45720" rIns="91440" bIns="45720" rtlCol="0" anchor="ctr">
            <a:normAutofit/>
          </a:bodyPr>
          <a:lstStyle>
            <a:defPPr>
              <a:defRPr lang="it-IT"/>
            </a:defPPr>
          </a:lstStyle>
          <a:p>
            <a:pPr rtl="0"/>
            <a:r>
              <a:rPr lang="it-IT"/>
              <a:t>Fare clic per modificare lo stile del titolo</a:t>
            </a:r>
          </a:p>
        </p:txBody>
      </p:sp>
      <p:sp>
        <p:nvSpPr>
          <p:cNvPr id="30" name="Segnaposto data 3">
            <a:extLst>
              <a:ext uri="{FF2B5EF4-FFF2-40B4-BE49-F238E27FC236}">
                <a16:creationId xmlns:a16="http://schemas.microsoft.com/office/drawing/2014/main" id="{EF47083A-6D76-4B4D-87CA-E08E212F781D}"/>
              </a:ext>
            </a:extLst>
          </p:cNvPr>
          <p:cNvSpPr>
            <a:spLocks noGrp="1"/>
          </p:cNvSpPr>
          <p:nvPr>
            <p:ph type="dt" sz="half" idx="2"/>
          </p:nvPr>
        </p:nvSpPr>
        <p:spPr>
          <a:xfrm>
            <a:off x="1133648" y="6332220"/>
            <a:ext cx="1313180" cy="247651"/>
          </a:xfrm>
          <a:prstGeom prst="rect">
            <a:avLst/>
          </a:prstGeom>
        </p:spPr>
        <p:txBody>
          <a:bodyPr vert="horz" lIns="0" tIns="0" rIns="0" bIns="0" rtlCol="0" anchor="t" anchorCtr="0"/>
          <a:lstStyle>
            <a:lvl1pPr algn="l">
              <a:defRPr lang="it-IT" sz="1100" b="0" i="0">
                <a:solidFill>
                  <a:schemeClr val="bg1"/>
                </a:solidFill>
                <a:latin typeface="+mn-lt"/>
              </a:defRPr>
            </a:lvl1pPr>
          </a:lstStyle>
          <a:p>
            <a:pPr rtl="0"/>
            <a:endParaRPr lang="it-IT" dirty="0">
              <a:latin typeface="+mn-lt"/>
            </a:endParaRPr>
          </a:p>
        </p:txBody>
      </p:sp>
      <p:sp>
        <p:nvSpPr>
          <p:cNvPr id="32" name="Segnaposto numero diapositiva 5">
            <a:extLst>
              <a:ext uri="{FF2B5EF4-FFF2-40B4-BE49-F238E27FC236}">
                <a16:creationId xmlns:a16="http://schemas.microsoft.com/office/drawing/2014/main" id="{C8ADA0DF-3751-9A48-8A21-59F01C782D7C}"/>
              </a:ext>
            </a:extLst>
          </p:cNvPr>
          <p:cNvSpPr>
            <a:spLocks noGrp="1"/>
          </p:cNvSpPr>
          <p:nvPr>
            <p:ph type="sldNum" sz="quarter" idx="4"/>
          </p:nvPr>
        </p:nvSpPr>
        <p:spPr>
          <a:xfrm>
            <a:off x="594360" y="6332220"/>
            <a:ext cx="523240" cy="247651"/>
          </a:xfrm>
          <a:prstGeom prst="rect">
            <a:avLst/>
          </a:prstGeom>
        </p:spPr>
        <p:txBody>
          <a:bodyPr vert="horz" lIns="0" tIns="0" rIns="0" bIns="0" rtlCol="0" anchor="t" anchorCtr="0"/>
          <a:lstStyle>
            <a:lvl1pPr algn="l">
              <a:defRPr lang="it-IT" sz="1100" b="1" i="0">
                <a:solidFill>
                  <a:schemeClr val="bg1"/>
                </a:solidFill>
                <a:latin typeface="+mn-lt"/>
              </a:defRPr>
            </a:lvl1pPr>
          </a:lstStyle>
          <a:p>
            <a:pPr rtl="0"/>
            <a:fld id="{294A09A9-5501-47C1-A89A-A340965A2BE2}" type="slidenum">
              <a:rPr lang="it-IT" smtClean="0"/>
              <a:pPr rtl="0"/>
              <a:t>‹#›</a:t>
            </a:fld>
            <a:endParaRPr lang="it-IT" dirty="0"/>
          </a:p>
        </p:txBody>
      </p:sp>
    </p:spTree>
    <p:extLst>
      <p:ext uri="{BB962C8B-B14F-4D97-AF65-F5344CB8AC3E}">
        <p14:creationId xmlns:p14="http://schemas.microsoft.com/office/powerpoint/2010/main" val="3515892240"/>
      </p:ext>
    </p:extLst>
  </p:cSld>
  <p:clrMap bg1="dk1" tx1="lt1" bg2="dk2" tx2="lt2" accent1="accent1" accent2="accent2" accent3="accent3" accent4="accent4" accent5="accent5" accent6="accent6" hlink="hlink" folHlink="folHlink"/>
  <p:sldLayoutIdLst>
    <p:sldLayoutId id="2147483711" r:id="rId1"/>
    <p:sldLayoutId id="2147483698" r:id="rId2"/>
    <p:sldLayoutId id="2147483710" r:id="rId3"/>
    <p:sldLayoutId id="2147483700" r:id="rId4"/>
    <p:sldLayoutId id="2147483701" r:id="rId5"/>
    <p:sldLayoutId id="2147483659" r:id="rId6"/>
    <p:sldLayoutId id="2147483709" r:id="rId7"/>
    <p:sldLayoutId id="2147483708" r:id="rId8"/>
    <p:sldLayoutId id="2147483707" r:id="rId9"/>
    <p:sldLayoutId id="2147483706" r:id="rId10"/>
    <p:sldLayoutId id="2147483705" r:id="rId11"/>
    <p:sldLayoutId id="2147483704" r:id="rId12"/>
    <p:sldLayoutId id="2147483703" r:id="rId13"/>
  </p:sldLayoutIdLst>
  <p:hf sldNum="0" hdr="0" ftr="0" dt="0"/>
  <p:txStyles>
    <p:titleStyle>
      <a:lvl1pPr algn="l" defTabSz="914400" rtl="0" eaLnBrk="1" latinLnBrk="0" hangingPunct="1">
        <a:lnSpc>
          <a:spcPct val="80000"/>
        </a:lnSpc>
        <a:spcBef>
          <a:spcPct val="0"/>
        </a:spcBef>
        <a:buNone/>
        <a:defRPr lang="it-IT" sz="4400" b="1" i="0" kern="1200" spc="100" baseline="0">
          <a:solidFill>
            <a:schemeClr val="bg1"/>
          </a:solidFill>
          <a:latin typeface="+mj-lt"/>
          <a:ea typeface="+mj-ea"/>
          <a:cs typeface="+mj-cs"/>
        </a:defRPr>
      </a:lvl1pPr>
      <a:lvl2pPr eaLnBrk="1" hangingPunct="1">
        <a:defRPr lang="it-IT">
          <a:solidFill>
            <a:schemeClr val="tx2"/>
          </a:solidFill>
        </a:defRPr>
      </a:lvl2pPr>
      <a:lvl3pPr eaLnBrk="1" hangingPunct="1">
        <a:defRPr lang="it-IT">
          <a:solidFill>
            <a:schemeClr val="tx2"/>
          </a:solidFill>
        </a:defRPr>
      </a:lvl3pPr>
      <a:lvl4pPr eaLnBrk="1" hangingPunct="1">
        <a:defRPr lang="it-IT">
          <a:solidFill>
            <a:schemeClr val="tx2"/>
          </a:solidFill>
        </a:defRPr>
      </a:lvl4pPr>
      <a:lvl5pPr eaLnBrk="1" hangingPunct="1">
        <a:defRPr lang="it-IT">
          <a:solidFill>
            <a:schemeClr val="tx2"/>
          </a:solidFill>
        </a:defRPr>
      </a:lvl5pPr>
      <a:lvl6pPr eaLnBrk="1" hangingPunct="1">
        <a:defRPr lang="it-IT">
          <a:solidFill>
            <a:schemeClr val="tx2"/>
          </a:solidFill>
        </a:defRPr>
      </a:lvl6pPr>
      <a:lvl7pPr eaLnBrk="1" hangingPunct="1">
        <a:defRPr lang="it-IT">
          <a:solidFill>
            <a:schemeClr val="tx2"/>
          </a:solidFill>
        </a:defRPr>
      </a:lvl7pPr>
      <a:lvl8pPr eaLnBrk="1" hangingPunct="1">
        <a:defRPr lang="it-IT">
          <a:solidFill>
            <a:schemeClr val="tx2"/>
          </a:solidFill>
        </a:defRPr>
      </a:lvl8pPr>
      <a:lvl9pPr eaLnBrk="1" hangingPunct="1">
        <a:defRPr lang="it-IT">
          <a:solidFill>
            <a:schemeClr val="tx2"/>
          </a:solidFill>
        </a:defRPr>
      </a:lvl9pPr>
    </p:titleStyle>
    <p:bodyStyle>
      <a:lvl1pPr marL="228600" indent="-283464" algn="l" defTabSz="914400" rtl="0" eaLnBrk="1" latinLnBrk="0" hangingPunct="1">
        <a:lnSpc>
          <a:spcPct val="90000"/>
        </a:lnSpc>
        <a:spcBef>
          <a:spcPts val="1000"/>
        </a:spcBef>
        <a:buFont typeface="Arial" panose="020B0604020202020204" pitchFamily="34" charset="0"/>
        <a:buChar char="•"/>
        <a:defRPr lang="it-IT" sz="2800" b="0" i="0" kern="1200">
          <a:solidFill>
            <a:schemeClr val="bg1"/>
          </a:solidFill>
          <a:latin typeface="+mn-lt"/>
          <a:ea typeface="+mn-ea"/>
          <a:cs typeface="+mn-cs"/>
        </a:defRPr>
      </a:lvl1pPr>
      <a:lvl2pPr marL="685800" indent="-283464" algn="l" defTabSz="914400" rtl="0" eaLnBrk="1" latinLnBrk="0" hangingPunct="1">
        <a:lnSpc>
          <a:spcPct val="90000"/>
        </a:lnSpc>
        <a:spcBef>
          <a:spcPts val="500"/>
        </a:spcBef>
        <a:buFont typeface="Arial" panose="020B0604020202020204" pitchFamily="34" charset="0"/>
        <a:buChar char="•"/>
        <a:defRPr lang="it-IT" sz="2400" b="0" i="0" kern="1200">
          <a:solidFill>
            <a:schemeClr val="bg1"/>
          </a:solidFill>
          <a:latin typeface="+mn-lt"/>
          <a:ea typeface="+mn-ea"/>
          <a:cs typeface="+mn-cs"/>
        </a:defRPr>
      </a:lvl2pPr>
      <a:lvl3pPr marL="1143000" indent="-283464" algn="l" defTabSz="914400" rtl="0" eaLnBrk="1" latinLnBrk="0" hangingPunct="1">
        <a:lnSpc>
          <a:spcPct val="90000"/>
        </a:lnSpc>
        <a:spcBef>
          <a:spcPts val="500"/>
        </a:spcBef>
        <a:buFont typeface="Arial" panose="020B0604020202020204" pitchFamily="34" charset="0"/>
        <a:buChar char="•"/>
        <a:defRPr lang="it-IT" sz="2000" b="0" i="0" kern="1200">
          <a:solidFill>
            <a:schemeClr val="bg1"/>
          </a:solidFill>
          <a:latin typeface="+mn-lt"/>
          <a:ea typeface="+mn-ea"/>
          <a:cs typeface="+mn-cs"/>
        </a:defRPr>
      </a:lvl3pPr>
      <a:lvl4pPr marL="1600200" indent="-283464" algn="l" defTabSz="914400" rtl="0" eaLnBrk="1" latinLnBrk="0" hangingPunct="1">
        <a:lnSpc>
          <a:spcPct val="90000"/>
        </a:lnSpc>
        <a:spcBef>
          <a:spcPts val="500"/>
        </a:spcBef>
        <a:buFont typeface="Arial" panose="020B0604020202020204" pitchFamily="34" charset="0"/>
        <a:buChar char="•"/>
        <a:defRPr lang="it-IT" sz="1800" b="0" i="0" kern="1200">
          <a:solidFill>
            <a:schemeClr val="bg1"/>
          </a:solidFill>
          <a:latin typeface="+mn-lt"/>
          <a:ea typeface="+mn-ea"/>
          <a:cs typeface="+mn-cs"/>
        </a:defRPr>
      </a:lvl4pPr>
      <a:lvl5pPr marL="2057400" indent="-283464" algn="l" defTabSz="914400" rtl="0" eaLnBrk="1" latinLnBrk="0" hangingPunct="1">
        <a:lnSpc>
          <a:spcPct val="90000"/>
        </a:lnSpc>
        <a:spcBef>
          <a:spcPts val="500"/>
        </a:spcBef>
        <a:buFont typeface="Arial" panose="020B0604020202020204" pitchFamily="34" charset="0"/>
        <a:buChar char="•"/>
        <a:defRPr lang="it-IT" sz="18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it-IT"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it-IT"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it-IT"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it-IT" sz="1800" kern="1200">
          <a:solidFill>
            <a:schemeClr val="tx1"/>
          </a:solidFill>
          <a:latin typeface="+mn-lt"/>
          <a:ea typeface="+mn-ea"/>
          <a:cs typeface="+mn-cs"/>
        </a:defRPr>
      </a:lvl9pPr>
    </p:bodyStyle>
    <p:otherStyle>
      <a:defPPr>
        <a:defRPr lang="it-IT"/>
      </a:defPPr>
      <a:lvl1pPr marL="0" algn="l" defTabSz="914400" rtl="0" eaLnBrk="1" latinLnBrk="0" hangingPunct="1">
        <a:defRPr lang="it-IT" sz="1800" kern="1200">
          <a:solidFill>
            <a:schemeClr val="tx1"/>
          </a:solidFill>
          <a:latin typeface="+mn-lt"/>
          <a:ea typeface="+mn-ea"/>
          <a:cs typeface="+mn-cs"/>
        </a:defRPr>
      </a:lvl1pPr>
      <a:lvl2pPr marL="457200" algn="l" defTabSz="914400" rtl="0" eaLnBrk="1" latinLnBrk="0" hangingPunct="1">
        <a:defRPr lang="it-IT" sz="1800" kern="1200">
          <a:solidFill>
            <a:schemeClr val="tx1"/>
          </a:solidFill>
          <a:latin typeface="+mn-lt"/>
          <a:ea typeface="+mn-ea"/>
          <a:cs typeface="+mn-cs"/>
        </a:defRPr>
      </a:lvl2pPr>
      <a:lvl3pPr marL="914400" algn="l" defTabSz="914400" rtl="0" eaLnBrk="1" latinLnBrk="0" hangingPunct="1">
        <a:defRPr lang="it-IT" sz="1800" kern="1200">
          <a:solidFill>
            <a:schemeClr val="tx1"/>
          </a:solidFill>
          <a:latin typeface="+mn-lt"/>
          <a:ea typeface="+mn-ea"/>
          <a:cs typeface="+mn-cs"/>
        </a:defRPr>
      </a:lvl3pPr>
      <a:lvl4pPr marL="1371600" algn="l" defTabSz="914400" rtl="0" eaLnBrk="1" latinLnBrk="0" hangingPunct="1">
        <a:defRPr lang="it-IT" sz="1800" kern="1200">
          <a:solidFill>
            <a:schemeClr val="tx1"/>
          </a:solidFill>
          <a:latin typeface="+mn-lt"/>
          <a:ea typeface="+mn-ea"/>
          <a:cs typeface="+mn-cs"/>
        </a:defRPr>
      </a:lvl4pPr>
      <a:lvl5pPr marL="1828800" algn="l" defTabSz="914400" rtl="0" eaLnBrk="1" latinLnBrk="0" hangingPunct="1">
        <a:defRPr lang="it-IT" sz="1800" kern="1200">
          <a:solidFill>
            <a:schemeClr val="tx1"/>
          </a:solidFill>
          <a:latin typeface="+mn-lt"/>
          <a:ea typeface="+mn-ea"/>
          <a:cs typeface="+mn-cs"/>
        </a:defRPr>
      </a:lvl5pPr>
      <a:lvl6pPr marL="2286000" algn="l" defTabSz="914400" rtl="0" eaLnBrk="1" latinLnBrk="0" hangingPunct="1">
        <a:defRPr lang="it-IT" sz="1800" kern="1200">
          <a:solidFill>
            <a:schemeClr val="tx1"/>
          </a:solidFill>
          <a:latin typeface="+mn-lt"/>
          <a:ea typeface="+mn-ea"/>
          <a:cs typeface="+mn-cs"/>
        </a:defRPr>
      </a:lvl6pPr>
      <a:lvl7pPr marL="2743200" algn="l" defTabSz="914400" rtl="0" eaLnBrk="1" latinLnBrk="0" hangingPunct="1">
        <a:defRPr lang="it-IT" sz="1800" kern="1200">
          <a:solidFill>
            <a:schemeClr val="tx1"/>
          </a:solidFill>
          <a:latin typeface="+mn-lt"/>
          <a:ea typeface="+mn-ea"/>
          <a:cs typeface="+mn-cs"/>
        </a:defRPr>
      </a:lvl7pPr>
      <a:lvl8pPr marL="3200400" algn="l" defTabSz="914400" rtl="0" eaLnBrk="1" latinLnBrk="0" hangingPunct="1">
        <a:defRPr lang="it-IT" sz="1800" kern="1200">
          <a:solidFill>
            <a:schemeClr val="tx1"/>
          </a:solidFill>
          <a:latin typeface="+mn-lt"/>
          <a:ea typeface="+mn-ea"/>
          <a:cs typeface="+mn-cs"/>
        </a:defRPr>
      </a:lvl8pPr>
      <a:lvl9pPr marL="3657600" algn="l" defTabSz="914400" rtl="0" eaLnBrk="1" latinLnBrk="0" hangingPunct="1">
        <a:defRPr lang="it-IT"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pos="240">
          <p15:clr>
            <a:srgbClr val="547EBF"/>
          </p15:clr>
        </p15:guide>
        <p15:guide id="4" orient="horz" pos="240">
          <p15:clr>
            <a:srgbClr val="547EBF"/>
          </p15:clr>
        </p15:guide>
        <p15:guide id="5" pos="7440">
          <p15:clr>
            <a:srgbClr val="547EBF"/>
          </p15:clr>
        </p15:guide>
        <p15:guide id="6" orient="horz" pos="4080">
          <p15:clr>
            <a:srgbClr val="547EBF"/>
          </p15:clr>
        </p15:guide>
        <p15:guide id="7" pos="600" userDrawn="1">
          <p15:clr>
            <a:srgbClr val="547EBF"/>
          </p15:clr>
        </p15:guide>
        <p15:guide id="8" pos="3720">
          <p15:clr>
            <a:srgbClr val="547EBF"/>
          </p15:clr>
        </p15:guide>
        <p15:guide id="9" pos="2112">
          <p15:clr>
            <a:srgbClr val="547EBF"/>
          </p15:clr>
        </p15:guide>
        <p15:guide id="10" pos="1848">
          <p15:clr>
            <a:srgbClr val="547EBF"/>
          </p15:clr>
        </p15:guide>
        <p15:guide id="11" pos="5568">
          <p15:clr>
            <a:srgbClr val="547EBF"/>
          </p15:clr>
        </p15:guide>
        <p15:guide id="12" pos="5832">
          <p15:clr>
            <a:srgbClr val="547EBF"/>
          </p15:clr>
        </p15:guide>
        <p15:guide id="13" pos="4968">
          <p15:clr>
            <a:srgbClr val="9FCC3B"/>
          </p15:clr>
        </p15:guide>
        <p15:guide id="14" pos="5208">
          <p15:clr>
            <a:srgbClr val="9FCC3B"/>
          </p15:clr>
        </p15:guide>
        <p15:guide id="15" pos="2712">
          <p15:clr>
            <a:srgbClr val="9FCC3B"/>
          </p15:clr>
        </p15:guide>
        <p15:guide id="16" pos="2472">
          <p15:clr>
            <a:srgbClr val="9FCC3B"/>
          </p15:clr>
        </p15:guide>
        <p15:guide id="17" pos="39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AB1D9D6-2977-ABCD-FDF8-51AFA5064E54}"/>
              </a:ext>
            </a:extLst>
          </p:cNvPr>
          <p:cNvSpPr>
            <a:spLocks noGrp="1"/>
          </p:cNvSpPr>
          <p:nvPr>
            <p:ph type="ctrTitle"/>
          </p:nvPr>
        </p:nvSpPr>
        <p:spPr>
          <a:xfrm>
            <a:off x="5900468" y="411479"/>
            <a:ext cx="5895836" cy="3291840"/>
          </a:xfrm>
        </p:spPr>
        <p:txBody>
          <a:bodyPr rtlCol="0"/>
          <a:lstStyle>
            <a:defPPr>
              <a:defRPr lang="it-IT"/>
            </a:defPPr>
          </a:lstStyle>
          <a:p>
            <a:r>
              <a:rPr lang="it-IT" dirty="0"/>
              <a:t>Netflix Killer</a:t>
            </a:r>
            <a:br>
              <a:rPr lang="it-IT" dirty="0"/>
            </a:br>
            <a:r>
              <a:rPr lang="it-IT" sz="4000" dirty="0"/>
              <a:t>A/B Testing </a:t>
            </a:r>
            <a:r>
              <a:rPr lang="it-IT" sz="4000" dirty="0" err="1"/>
              <a:t>Infographics</a:t>
            </a:r>
            <a:endParaRPr lang="it-IT" sz="4000" dirty="0"/>
          </a:p>
        </p:txBody>
      </p:sp>
    </p:spTree>
    <p:extLst>
      <p:ext uri="{BB962C8B-B14F-4D97-AF65-F5344CB8AC3E}">
        <p14:creationId xmlns:p14="http://schemas.microsoft.com/office/powerpoint/2010/main" val="3390304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530BF65-C84B-45C3-72CA-AFDA68851174}"/>
              </a:ext>
            </a:extLst>
          </p:cNvPr>
          <p:cNvSpPr>
            <a:spLocks noGrp="1"/>
          </p:cNvSpPr>
          <p:nvPr>
            <p:ph type="title"/>
          </p:nvPr>
        </p:nvSpPr>
        <p:spPr>
          <a:xfrm>
            <a:off x="594360" y="189572"/>
            <a:ext cx="6787747" cy="1593507"/>
          </a:xfrm>
        </p:spPr>
        <p:txBody>
          <a:bodyPr rtlCol="0"/>
          <a:lstStyle>
            <a:defPPr>
              <a:defRPr lang="it-IT"/>
            </a:defPPr>
          </a:lstStyle>
          <a:p>
            <a:pPr rtl="0"/>
            <a:r>
              <a:rPr lang="it-IT"/>
              <a:t>Agenda</a:t>
            </a:r>
          </a:p>
        </p:txBody>
      </p:sp>
      <p:sp>
        <p:nvSpPr>
          <p:cNvPr id="3" name="Segnaposto testo 2">
            <a:extLst>
              <a:ext uri="{FF2B5EF4-FFF2-40B4-BE49-F238E27FC236}">
                <a16:creationId xmlns:a16="http://schemas.microsoft.com/office/drawing/2014/main" id="{3B8EBC2C-6DD7-5003-38EB-40753046FE8C}"/>
              </a:ext>
            </a:extLst>
          </p:cNvPr>
          <p:cNvSpPr>
            <a:spLocks noGrp="1"/>
          </p:cNvSpPr>
          <p:nvPr>
            <p:ph sz="quarter" idx="13"/>
          </p:nvPr>
        </p:nvSpPr>
        <p:spPr>
          <a:xfrm>
            <a:off x="593725" y="2281238"/>
            <a:ext cx="6788150" cy="3709987"/>
          </a:xfrm>
        </p:spPr>
        <p:txBody>
          <a:bodyPr tIns="457200" rtlCol="0"/>
          <a:lstStyle>
            <a:defPPr>
              <a:defRPr lang="it-IT"/>
            </a:defPPr>
          </a:lstStyle>
          <a:p>
            <a:pPr rtl="0"/>
            <a:r>
              <a:rPr lang="it-IT" dirty="0" err="1"/>
              <a:t>Context</a:t>
            </a:r>
            <a:endParaRPr lang="it-IT" dirty="0"/>
          </a:p>
          <a:p>
            <a:r>
              <a:rPr lang="it-IT" dirty="0" err="1"/>
              <a:t>Hypothesis</a:t>
            </a:r>
            <a:endParaRPr lang="it-IT" dirty="0"/>
          </a:p>
          <a:p>
            <a:r>
              <a:rPr lang="it-IT" dirty="0" err="1"/>
              <a:t>Change</a:t>
            </a:r>
            <a:endParaRPr lang="it-IT" dirty="0"/>
          </a:p>
          <a:p>
            <a:r>
              <a:rPr lang="it-IT" dirty="0" err="1"/>
              <a:t>Primary</a:t>
            </a:r>
            <a:r>
              <a:rPr lang="it-IT" dirty="0"/>
              <a:t> </a:t>
            </a:r>
            <a:r>
              <a:rPr lang="it-IT" dirty="0" err="1"/>
              <a:t>metric</a:t>
            </a:r>
            <a:endParaRPr lang="it-IT" dirty="0"/>
          </a:p>
          <a:p>
            <a:r>
              <a:rPr lang="it-IT" dirty="0" err="1"/>
              <a:t>Interest</a:t>
            </a:r>
            <a:r>
              <a:rPr lang="it-IT" dirty="0"/>
              <a:t> </a:t>
            </a:r>
            <a:r>
              <a:rPr lang="it-IT" dirty="0" err="1"/>
              <a:t>metrics</a:t>
            </a:r>
            <a:endParaRPr lang="it-IT" dirty="0"/>
          </a:p>
          <a:p>
            <a:r>
              <a:rPr lang="it-IT" dirty="0"/>
              <a:t>Fuse </a:t>
            </a:r>
            <a:r>
              <a:rPr lang="it-IT" dirty="0" err="1"/>
              <a:t>metrics</a:t>
            </a:r>
            <a:endParaRPr lang="it-IT" dirty="0"/>
          </a:p>
        </p:txBody>
      </p:sp>
    </p:spTree>
    <p:extLst>
      <p:ext uri="{BB962C8B-B14F-4D97-AF65-F5344CB8AC3E}">
        <p14:creationId xmlns:p14="http://schemas.microsoft.com/office/powerpoint/2010/main" val="33466857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5B8CE60-587E-1D5C-8B50-ED3441BA49CE}"/>
              </a:ext>
            </a:extLst>
          </p:cNvPr>
          <p:cNvSpPr>
            <a:spLocks noGrp="1"/>
          </p:cNvSpPr>
          <p:nvPr>
            <p:ph type="ctrTitle"/>
          </p:nvPr>
        </p:nvSpPr>
        <p:spPr>
          <a:xfrm>
            <a:off x="6299835" y="430529"/>
            <a:ext cx="5486400" cy="3291840"/>
          </a:xfrm>
        </p:spPr>
        <p:txBody>
          <a:bodyPr rtlCol="0"/>
          <a:lstStyle>
            <a:defPPr>
              <a:defRPr lang="it-IT"/>
            </a:defPPr>
          </a:lstStyle>
          <a:p>
            <a:pPr rtl="0"/>
            <a:r>
              <a:rPr lang="it-IT" dirty="0" err="1"/>
              <a:t>Context</a:t>
            </a:r>
            <a:endParaRPr lang="it-IT" dirty="0"/>
          </a:p>
        </p:txBody>
      </p:sp>
      <p:pic>
        <p:nvPicPr>
          <p:cNvPr id="12" name="Segnaposto immagine 4" descr="Un primo piano di venatura del legno">
            <a:extLst>
              <a:ext uri="{FF2B5EF4-FFF2-40B4-BE49-F238E27FC236}">
                <a16:creationId xmlns:a16="http://schemas.microsoft.com/office/drawing/2014/main" id="{7D5BDB53-9169-3BBC-9362-0539514AC7DD}"/>
              </a:ext>
            </a:extLst>
          </p:cNvPr>
          <p:cNvPicPr>
            <a:picLocks noGrp="1" noChangeAspect="1"/>
          </p:cNvPicPr>
          <p:nvPr>
            <p:ph type="pic" sz="quarter" idx="12"/>
          </p:nvPr>
        </p:nvPicPr>
        <p:blipFill rotWithShape="1">
          <a:blip r:embed="rId3">
            <a:extLst>
              <a:ext uri="{BEBA8EAE-BF5A-486C-A8C5-ECC9F3942E4B}">
                <a14:imgProps xmlns:a14="http://schemas.microsoft.com/office/drawing/2010/main">
                  <a14:imgLayer r:embed="rId4">
                    <a14:imgEffect>
                      <a14:colorTemperature colorTemp="4700"/>
                    </a14:imgEffect>
                    <a14:imgEffect>
                      <a14:saturation sat="0"/>
                    </a14:imgEffect>
                  </a14:imgLayer>
                </a14:imgProps>
              </a:ext>
              <a:ext uri="{28A0092B-C50C-407E-A947-70E740481C1C}">
                <a14:useLocalDpi xmlns:a14="http://schemas.microsoft.com/office/drawing/2010/main" val="0"/>
              </a:ext>
            </a:extLst>
          </a:blip>
          <a:srcRect/>
          <a:stretch/>
        </p:blipFill>
        <p:spPr>
          <a:xfrm>
            <a:off x="0" y="-11113"/>
            <a:ext cx="5791200" cy="6880226"/>
          </a:xfrm>
        </p:spPr>
      </p:pic>
      <p:sp>
        <p:nvSpPr>
          <p:cNvPr id="3" name="Segnaposto testo 2">
            <a:extLst>
              <a:ext uri="{FF2B5EF4-FFF2-40B4-BE49-F238E27FC236}">
                <a16:creationId xmlns:a16="http://schemas.microsoft.com/office/drawing/2014/main" id="{0E02AE9C-BA1D-195E-3B93-A5A0CC03D8F3}"/>
              </a:ext>
            </a:extLst>
          </p:cNvPr>
          <p:cNvSpPr>
            <a:spLocks noGrp="1"/>
          </p:cNvSpPr>
          <p:nvPr>
            <p:ph type="body" sz="quarter" idx="11"/>
          </p:nvPr>
        </p:nvSpPr>
        <p:spPr>
          <a:xfrm>
            <a:off x="6299835" y="4568602"/>
            <a:ext cx="5486400" cy="1645920"/>
          </a:xfrm>
        </p:spPr>
        <p:txBody>
          <a:bodyPr rtlCol="0"/>
          <a:lstStyle>
            <a:defPPr>
              <a:defRPr lang="it-IT"/>
            </a:defPPr>
          </a:lstStyle>
          <a:p>
            <a:r>
              <a:rPr lang="it-IT" dirty="0" err="1"/>
              <a:t>Current</a:t>
            </a:r>
            <a:r>
              <a:rPr lang="it-IT" dirty="0"/>
              <a:t> state and </a:t>
            </a:r>
            <a:r>
              <a:rPr lang="it-IT" dirty="0" err="1"/>
              <a:t>Suggestion</a:t>
            </a:r>
            <a:r>
              <a:rPr lang="it-IT" dirty="0"/>
              <a:t> for </a:t>
            </a:r>
            <a:r>
              <a:rPr lang="it-IT" dirty="0" err="1"/>
              <a:t>improvement</a:t>
            </a:r>
            <a:endParaRPr lang="it-IT" dirty="0"/>
          </a:p>
        </p:txBody>
      </p:sp>
    </p:spTree>
    <p:extLst>
      <p:ext uri="{BB962C8B-B14F-4D97-AF65-F5344CB8AC3E}">
        <p14:creationId xmlns:p14="http://schemas.microsoft.com/office/powerpoint/2010/main" val="14408719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olo 2">
            <a:extLst>
              <a:ext uri="{FF2B5EF4-FFF2-40B4-BE49-F238E27FC236}">
                <a16:creationId xmlns:a16="http://schemas.microsoft.com/office/drawing/2014/main" id="{545D3755-C3E2-975E-DE68-CDECC4B526EC}"/>
              </a:ext>
            </a:extLst>
          </p:cNvPr>
          <p:cNvSpPr>
            <a:spLocks noGrp="1"/>
          </p:cNvSpPr>
          <p:nvPr>
            <p:ph type="title"/>
          </p:nvPr>
        </p:nvSpPr>
        <p:spPr>
          <a:xfrm>
            <a:off x="594360" y="102875"/>
            <a:ext cx="10873740" cy="1680205"/>
          </a:xfrm>
        </p:spPr>
        <p:txBody>
          <a:bodyPr rtlCol="0"/>
          <a:lstStyle>
            <a:defPPr>
              <a:defRPr lang="it-IT"/>
            </a:defPPr>
          </a:lstStyle>
          <a:p>
            <a:r>
              <a:rPr lang="it-IT" dirty="0" err="1"/>
              <a:t>Context</a:t>
            </a:r>
            <a:r>
              <a:rPr lang="it-IT" dirty="0"/>
              <a:t>: </a:t>
            </a:r>
            <a:r>
              <a:rPr lang="it-IT" dirty="0" err="1"/>
              <a:t>Current</a:t>
            </a:r>
            <a:r>
              <a:rPr lang="it-IT" dirty="0"/>
              <a:t> state</a:t>
            </a:r>
          </a:p>
        </p:txBody>
      </p:sp>
      <p:sp>
        <p:nvSpPr>
          <p:cNvPr id="7" name="Segnaposto testo 6">
            <a:extLst>
              <a:ext uri="{FF2B5EF4-FFF2-40B4-BE49-F238E27FC236}">
                <a16:creationId xmlns:a16="http://schemas.microsoft.com/office/drawing/2014/main" id="{F70BD87D-F7DA-961B-4024-A354DC87D168}"/>
              </a:ext>
            </a:extLst>
          </p:cNvPr>
          <p:cNvSpPr>
            <a:spLocks noGrp="1"/>
          </p:cNvSpPr>
          <p:nvPr>
            <p:ph sz="quarter" idx="13"/>
          </p:nvPr>
        </p:nvSpPr>
        <p:spPr>
          <a:xfrm>
            <a:off x="3657600" y="2281238"/>
            <a:ext cx="7810500" cy="3700462"/>
          </a:xfrm>
        </p:spPr>
        <p:txBody>
          <a:bodyPr rtlCol="0">
            <a:normAutofit/>
          </a:bodyPr>
          <a:lstStyle>
            <a:defPPr>
              <a:defRPr lang="it-IT"/>
            </a:defPPr>
          </a:lstStyle>
          <a:p>
            <a:endParaRPr lang="en-US" dirty="0"/>
          </a:p>
          <a:p>
            <a:endParaRPr lang="en-US" dirty="0"/>
          </a:p>
          <a:p>
            <a:r>
              <a:rPr lang="en-US" dirty="0"/>
              <a:t>Users can add a movie or TV series to their “Watch later“ list, but they don't receive any reminders or notifications about saved content.</a:t>
            </a:r>
            <a:endParaRPr lang="it-IT" dirty="0"/>
          </a:p>
          <a:p>
            <a:r>
              <a:rPr lang="en-US" dirty="0"/>
              <a:t>Many users add content to their watchlist but then do not watch it, causing a decrease in engagement and time spent on the platform.</a:t>
            </a:r>
            <a:endParaRPr lang="it-IT" dirty="0"/>
          </a:p>
          <a:p>
            <a:pPr rtl="0"/>
            <a:endParaRPr lang="it-IT" dirty="0"/>
          </a:p>
        </p:txBody>
      </p:sp>
      <p:grpSp>
        <p:nvGrpSpPr>
          <p:cNvPr id="19" name="Gruppo 18">
            <a:extLst>
              <a:ext uri="{FF2B5EF4-FFF2-40B4-BE49-F238E27FC236}">
                <a16:creationId xmlns:a16="http://schemas.microsoft.com/office/drawing/2014/main" id="{C78CEA4F-D72A-C069-6A51-328B103CA0CA}"/>
              </a:ext>
              <a:ext uri="{C183D7F6-B498-43B3-948B-1728B52AA6E4}">
                <adec:decorative xmlns:adec="http://schemas.microsoft.com/office/drawing/2017/decorative" val="1"/>
              </a:ext>
            </a:extLst>
          </p:cNvPr>
          <p:cNvGrpSpPr>
            <a:grpSpLocks/>
          </p:cNvGrpSpPr>
          <p:nvPr/>
        </p:nvGrpSpPr>
        <p:grpSpPr bwMode="auto">
          <a:xfrm rot="16200000" flipV="1">
            <a:off x="0" y="3900132"/>
            <a:ext cx="2959226" cy="2959226"/>
            <a:chOff x="0" y="12289"/>
            <a:chExt cx="3550" cy="3551"/>
          </a:xfrm>
        </p:grpSpPr>
        <p:sp>
          <p:nvSpPr>
            <p:cNvPr id="20" name="Figura a mano libera 19">
              <a:extLst>
                <a:ext uri="{FF2B5EF4-FFF2-40B4-BE49-F238E27FC236}">
                  <a16:creationId xmlns:a16="http://schemas.microsoft.com/office/drawing/2014/main" id="{7E473402-19FD-A5B0-5CB6-E5F3926D3828}"/>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it-IT"/>
              </a:defPPr>
            </a:lstStyle>
            <a:p>
              <a:pPr rtl="0"/>
              <a:endParaRPr lang="it-IT" dirty="0"/>
            </a:p>
          </p:txBody>
        </p:sp>
        <p:sp>
          <p:nvSpPr>
            <p:cNvPr id="21" name="Figura a mano libera 20">
              <a:extLst>
                <a:ext uri="{FF2B5EF4-FFF2-40B4-BE49-F238E27FC236}">
                  <a16:creationId xmlns:a16="http://schemas.microsoft.com/office/drawing/2014/main" id="{879D1CAD-2EA2-9376-7B64-0C3AC590F651}"/>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it-IT"/>
              </a:defPPr>
            </a:lstStyle>
            <a:p>
              <a:pPr rtl="0"/>
              <a:endParaRPr lang="it-IT" dirty="0"/>
            </a:p>
          </p:txBody>
        </p:sp>
        <p:sp>
          <p:nvSpPr>
            <p:cNvPr id="22" name="Figura a mano libera 21">
              <a:extLst>
                <a:ext uri="{FF2B5EF4-FFF2-40B4-BE49-F238E27FC236}">
                  <a16:creationId xmlns:a16="http://schemas.microsoft.com/office/drawing/2014/main" id="{B16F8906-918C-BE0B-A4AB-6A1D48150AC7}"/>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it-IT"/>
              </a:defPPr>
            </a:lstStyle>
            <a:p>
              <a:pPr rtl="0"/>
              <a:endParaRPr lang="it-IT" dirty="0"/>
            </a:p>
          </p:txBody>
        </p:sp>
      </p:grpSp>
    </p:spTree>
    <p:extLst>
      <p:ext uri="{BB962C8B-B14F-4D97-AF65-F5344CB8AC3E}">
        <p14:creationId xmlns:p14="http://schemas.microsoft.com/office/powerpoint/2010/main" val="32003120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40F6BF-34F6-DF09-E4F3-03970F368F16}"/>
            </a:ext>
          </a:extLst>
        </p:cNvPr>
        <p:cNvGrpSpPr/>
        <p:nvPr/>
      </p:nvGrpSpPr>
      <p:grpSpPr>
        <a:xfrm>
          <a:off x="0" y="0"/>
          <a:ext cx="0" cy="0"/>
          <a:chOff x="0" y="0"/>
          <a:chExt cx="0" cy="0"/>
        </a:xfrm>
      </p:grpSpPr>
      <p:sp>
        <p:nvSpPr>
          <p:cNvPr id="3" name="Titolo 2">
            <a:extLst>
              <a:ext uri="{FF2B5EF4-FFF2-40B4-BE49-F238E27FC236}">
                <a16:creationId xmlns:a16="http://schemas.microsoft.com/office/drawing/2014/main" id="{A2B2869F-EC69-FAF2-2EDC-7A9930B704BB}"/>
              </a:ext>
            </a:extLst>
          </p:cNvPr>
          <p:cNvSpPr>
            <a:spLocks noGrp="1"/>
          </p:cNvSpPr>
          <p:nvPr>
            <p:ph type="title"/>
          </p:nvPr>
        </p:nvSpPr>
        <p:spPr>
          <a:xfrm>
            <a:off x="594360" y="102875"/>
            <a:ext cx="10873740" cy="1680205"/>
          </a:xfrm>
        </p:spPr>
        <p:txBody>
          <a:bodyPr rtlCol="0"/>
          <a:lstStyle>
            <a:defPPr>
              <a:defRPr lang="it-IT"/>
            </a:defPPr>
          </a:lstStyle>
          <a:p>
            <a:r>
              <a:rPr lang="it-IT" dirty="0" err="1"/>
              <a:t>Context</a:t>
            </a:r>
            <a:r>
              <a:rPr lang="it-IT" dirty="0"/>
              <a:t>: </a:t>
            </a:r>
            <a:r>
              <a:rPr lang="it-IT" dirty="0" err="1"/>
              <a:t>Suggestion</a:t>
            </a:r>
            <a:r>
              <a:rPr lang="it-IT" dirty="0"/>
              <a:t> for </a:t>
            </a:r>
            <a:r>
              <a:rPr lang="it-IT" dirty="0" err="1"/>
              <a:t>improvement</a:t>
            </a:r>
            <a:endParaRPr lang="it-IT" dirty="0"/>
          </a:p>
        </p:txBody>
      </p:sp>
      <p:sp>
        <p:nvSpPr>
          <p:cNvPr id="7" name="Segnaposto testo 6">
            <a:extLst>
              <a:ext uri="{FF2B5EF4-FFF2-40B4-BE49-F238E27FC236}">
                <a16:creationId xmlns:a16="http://schemas.microsoft.com/office/drawing/2014/main" id="{FC09858E-5057-1B20-57B8-3BA90AA528F5}"/>
              </a:ext>
            </a:extLst>
          </p:cNvPr>
          <p:cNvSpPr>
            <a:spLocks noGrp="1"/>
          </p:cNvSpPr>
          <p:nvPr>
            <p:ph sz="quarter" idx="13"/>
          </p:nvPr>
        </p:nvSpPr>
        <p:spPr>
          <a:xfrm>
            <a:off x="3657600" y="2281238"/>
            <a:ext cx="7810500" cy="3700462"/>
          </a:xfrm>
        </p:spPr>
        <p:txBody>
          <a:bodyPr rtlCol="0">
            <a:normAutofit/>
          </a:bodyPr>
          <a:lstStyle>
            <a:defPPr>
              <a:defRPr lang="it-IT"/>
            </a:defPPr>
          </a:lstStyle>
          <a:p>
            <a:endParaRPr lang="en-US" dirty="0"/>
          </a:p>
          <a:p>
            <a:endParaRPr lang="en-US" dirty="0"/>
          </a:p>
          <a:p>
            <a:r>
              <a:rPr lang="en-US" dirty="0"/>
              <a:t>Automatically send a weekly email with a personalized reminder of the content saved to user’s watchlist, highlighting any that have just been released or are due.</a:t>
            </a:r>
            <a:endParaRPr lang="it-IT" dirty="0"/>
          </a:p>
          <a:p>
            <a:r>
              <a:rPr lang="en-US" dirty="0"/>
              <a:t>This reminder can bring inactive users back to the platform, increase content consumption, and reduce the likelihood of churn.</a:t>
            </a:r>
            <a:endParaRPr lang="it-IT" dirty="0"/>
          </a:p>
          <a:p>
            <a:pPr rtl="0"/>
            <a:endParaRPr lang="it-IT" dirty="0"/>
          </a:p>
        </p:txBody>
      </p:sp>
      <p:grpSp>
        <p:nvGrpSpPr>
          <p:cNvPr id="19" name="Gruppo 18">
            <a:extLst>
              <a:ext uri="{FF2B5EF4-FFF2-40B4-BE49-F238E27FC236}">
                <a16:creationId xmlns:a16="http://schemas.microsoft.com/office/drawing/2014/main" id="{A802E432-8AA8-6191-573F-14026DD71624}"/>
              </a:ext>
              <a:ext uri="{C183D7F6-B498-43B3-948B-1728B52AA6E4}">
                <adec:decorative xmlns:adec="http://schemas.microsoft.com/office/drawing/2017/decorative" val="1"/>
              </a:ext>
            </a:extLst>
          </p:cNvPr>
          <p:cNvGrpSpPr>
            <a:grpSpLocks/>
          </p:cNvGrpSpPr>
          <p:nvPr/>
        </p:nvGrpSpPr>
        <p:grpSpPr bwMode="auto">
          <a:xfrm rot="16200000" flipV="1">
            <a:off x="0" y="3900132"/>
            <a:ext cx="2959226" cy="2959226"/>
            <a:chOff x="0" y="12289"/>
            <a:chExt cx="3550" cy="3551"/>
          </a:xfrm>
        </p:grpSpPr>
        <p:sp>
          <p:nvSpPr>
            <p:cNvPr id="20" name="Figura a mano libera 19">
              <a:extLst>
                <a:ext uri="{FF2B5EF4-FFF2-40B4-BE49-F238E27FC236}">
                  <a16:creationId xmlns:a16="http://schemas.microsoft.com/office/drawing/2014/main" id="{C4441FA1-8BA9-5703-0F47-8514A7AF09FB}"/>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it-IT"/>
              </a:defPPr>
            </a:lstStyle>
            <a:p>
              <a:pPr rtl="0"/>
              <a:endParaRPr lang="it-IT" dirty="0"/>
            </a:p>
          </p:txBody>
        </p:sp>
        <p:sp>
          <p:nvSpPr>
            <p:cNvPr id="21" name="Figura a mano libera 20">
              <a:extLst>
                <a:ext uri="{FF2B5EF4-FFF2-40B4-BE49-F238E27FC236}">
                  <a16:creationId xmlns:a16="http://schemas.microsoft.com/office/drawing/2014/main" id="{FC57C6F5-D874-2F61-6F7A-DD2A6D7096BC}"/>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it-IT"/>
              </a:defPPr>
            </a:lstStyle>
            <a:p>
              <a:pPr rtl="0"/>
              <a:endParaRPr lang="it-IT" dirty="0"/>
            </a:p>
          </p:txBody>
        </p:sp>
        <p:sp>
          <p:nvSpPr>
            <p:cNvPr id="22" name="Figura a mano libera 21">
              <a:extLst>
                <a:ext uri="{FF2B5EF4-FFF2-40B4-BE49-F238E27FC236}">
                  <a16:creationId xmlns:a16="http://schemas.microsoft.com/office/drawing/2014/main" id="{79EBCDAD-627E-E56D-4E50-CDB176DAC5EE}"/>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it-IT"/>
              </a:defPPr>
            </a:lstStyle>
            <a:p>
              <a:pPr rtl="0"/>
              <a:endParaRPr lang="it-IT" dirty="0"/>
            </a:p>
          </p:txBody>
        </p:sp>
      </p:grpSp>
    </p:spTree>
    <p:extLst>
      <p:ext uri="{BB962C8B-B14F-4D97-AF65-F5344CB8AC3E}">
        <p14:creationId xmlns:p14="http://schemas.microsoft.com/office/powerpoint/2010/main" val="22842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52A871D-B15E-C971-7C85-0AF173E38781}"/>
              </a:ext>
            </a:extLst>
          </p:cNvPr>
          <p:cNvSpPr>
            <a:spLocks noGrp="1"/>
          </p:cNvSpPr>
          <p:nvPr>
            <p:ph type="title"/>
          </p:nvPr>
        </p:nvSpPr>
        <p:spPr>
          <a:xfrm>
            <a:off x="575310" y="278129"/>
            <a:ext cx="5063490" cy="2354026"/>
          </a:xfrm>
        </p:spPr>
        <p:txBody>
          <a:bodyPr rtlCol="0"/>
          <a:lstStyle>
            <a:defPPr>
              <a:defRPr lang="it-IT"/>
            </a:defPPr>
          </a:lstStyle>
          <a:p>
            <a:r>
              <a:rPr lang="it-IT" dirty="0" err="1"/>
              <a:t>Hypothesis</a:t>
            </a:r>
            <a:endParaRPr lang="it-IT" dirty="0"/>
          </a:p>
        </p:txBody>
      </p:sp>
      <p:sp>
        <p:nvSpPr>
          <p:cNvPr id="3" name="Segnaposto contenuto 2">
            <a:extLst>
              <a:ext uri="{FF2B5EF4-FFF2-40B4-BE49-F238E27FC236}">
                <a16:creationId xmlns:a16="http://schemas.microsoft.com/office/drawing/2014/main" id="{34F2E863-4A4C-76FE-444A-083F93043389}"/>
              </a:ext>
            </a:extLst>
          </p:cNvPr>
          <p:cNvSpPr>
            <a:spLocks noGrp="1"/>
          </p:cNvSpPr>
          <p:nvPr>
            <p:ph sz="quarter" idx="16"/>
          </p:nvPr>
        </p:nvSpPr>
        <p:spPr>
          <a:xfrm>
            <a:off x="593725" y="3279775"/>
            <a:ext cx="5045075" cy="2994025"/>
          </a:xfrm>
        </p:spPr>
        <p:txBody>
          <a:bodyPr rtlCol="0">
            <a:normAutofit/>
          </a:bodyPr>
          <a:lstStyle>
            <a:defPPr>
              <a:defRPr lang="it-IT"/>
            </a:defPPr>
          </a:lstStyle>
          <a:p>
            <a:r>
              <a:rPr lang="en-US" dirty="0"/>
              <a:t>If we send a weekly reminder email to users who have content on their watchlist, then the percentage of content from that list actually consumed will increase, because the reminder reinforces memory and encourages action on the part of the user.</a:t>
            </a:r>
            <a:endParaRPr lang="it-IT" dirty="0"/>
          </a:p>
        </p:txBody>
      </p:sp>
      <p:pic>
        <p:nvPicPr>
          <p:cNvPr id="5" name="Segnaposto immagine 52" descr="Lampadine sospese">
            <a:extLst>
              <a:ext uri="{FF2B5EF4-FFF2-40B4-BE49-F238E27FC236}">
                <a16:creationId xmlns:a16="http://schemas.microsoft.com/office/drawing/2014/main" id="{F2B2501C-600C-11B3-1ECD-912D988906A5}"/>
              </a:ext>
            </a:extLst>
          </p:cNvPr>
          <p:cNvPicPr>
            <a:picLocks noGrp="1" noChangeAspect="1"/>
          </p:cNvPicPr>
          <p:nvPr>
            <p:ph type="pic" sz="quarter" idx="15"/>
          </p:nvPr>
        </p:nvPicPr>
        <p:blipFill>
          <a:blip r:embed="rId3">
            <a:extLst>
              <a:ext uri="{28A0092B-C50C-407E-A947-70E740481C1C}">
                <a14:useLocalDpi xmlns:a14="http://schemas.microsoft.com/office/drawing/2010/main" val="0"/>
              </a:ext>
            </a:extLst>
          </a:blip>
          <a:srcRect l="16" r="16"/>
          <a:stretch/>
        </p:blipFill>
        <p:spPr>
          <a:xfrm>
            <a:off x="6096000" y="0"/>
            <a:ext cx="6118225" cy="6858000"/>
          </a:xfrm>
        </p:spPr>
      </p:pic>
    </p:spTree>
    <p:extLst>
      <p:ext uri="{BB962C8B-B14F-4D97-AF65-F5344CB8AC3E}">
        <p14:creationId xmlns:p14="http://schemas.microsoft.com/office/powerpoint/2010/main" val="2983645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1633A5-8BE3-D44D-57F3-2EF161376844}"/>
            </a:ext>
          </a:extLst>
        </p:cNvPr>
        <p:cNvGrpSpPr/>
        <p:nvPr/>
      </p:nvGrpSpPr>
      <p:grpSpPr>
        <a:xfrm>
          <a:off x="0" y="0"/>
          <a:ext cx="0" cy="0"/>
          <a:chOff x="0" y="0"/>
          <a:chExt cx="0" cy="0"/>
        </a:xfrm>
      </p:grpSpPr>
      <p:sp>
        <p:nvSpPr>
          <p:cNvPr id="9" name="Titolo 8">
            <a:extLst>
              <a:ext uri="{FF2B5EF4-FFF2-40B4-BE49-F238E27FC236}">
                <a16:creationId xmlns:a16="http://schemas.microsoft.com/office/drawing/2014/main" id="{5AB6D40A-2A0A-AF3D-8CF7-3ECD37765637}"/>
              </a:ext>
            </a:extLst>
          </p:cNvPr>
          <p:cNvSpPr>
            <a:spLocks noGrp="1"/>
          </p:cNvSpPr>
          <p:nvPr>
            <p:ph type="ctrTitle"/>
          </p:nvPr>
        </p:nvSpPr>
        <p:spPr>
          <a:xfrm>
            <a:off x="6309904" y="411479"/>
            <a:ext cx="5486400" cy="3291840"/>
          </a:xfrm>
        </p:spPr>
        <p:txBody>
          <a:bodyPr rtlCol="0"/>
          <a:lstStyle>
            <a:defPPr>
              <a:defRPr lang="it-IT"/>
            </a:defPPr>
          </a:lstStyle>
          <a:p>
            <a:pPr rtl="0"/>
            <a:r>
              <a:rPr lang="it-IT" dirty="0" err="1"/>
              <a:t>Change</a:t>
            </a:r>
            <a:endParaRPr lang="it-IT" dirty="0"/>
          </a:p>
        </p:txBody>
      </p:sp>
      <p:sp>
        <p:nvSpPr>
          <p:cNvPr id="3" name="Segnaposto testo 2">
            <a:extLst>
              <a:ext uri="{FF2B5EF4-FFF2-40B4-BE49-F238E27FC236}">
                <a16:creationId xmlns:a16="http://schemas.microsoft.com/office/drawing/2014/main" id="{591442CD-A26D-1761-8CE7-8BC3075BB4ED}"/>
              </a:ext>
            </a:extLst>
          </p:cNvPr>
          <p:cNvSpPr>
            <a:spLocks noGrp="1"/>
          </p:cNvSpPr>
          <p:nvPr>
            <p:ph type="body" sz="quarter" idx="11"/>
          </p:nvPr>
        </p:nvSpPr>
        <p:spPr>
          <a:xfrm>
            <a:off x="6309905" y="4549552"/>
            <a:ext cx="5486400" cy="1645920"/>
          </a:xfrm>
        </p:spPr>
        <p:txBody>
          <a:bodyPr rtlCol="0">
            <a:normAutofit/>
          </a:bodyPr>
          <a:lstStyle>
            <a:defPPr>
              <a:defRPr lang="it-IT"/>
            </a:defPPr>
          </a:lstStyle>
          <a:p>
            <a:pPr rtl="0"/>
            <a:r>
              <a:rPr lang="it-IT" dirty="0"/>
              <a:t>A/B test </a:t>
            </a:r>
            <a:r>
              <a:rPr lang="it-IT" dirty="0" err="1"/>
              <a:t>description</a:t>
            </a:r>
            <a:endParaRPr lang="it-IT" dirty="0"/>
          </a:p>
        </p:txBody>
      </p:sp>
    </p:spTree>
    <p:extLst>
      <p:ext uri="{BB962C8B-B14F-4D97-AF65-F5344CB8AC3E}">
        <p14:creationId xmlns:p14="http://schemas.microsoft.com/office/powerpoint/2010/main" val="20390597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05346ED-721D-85EE-2F1B-A31D0912DE29}"/>
              </a:ext>
            </a:extLst>
          </p:cNvPr>
          <p:cNvSpPr>
            <a:spLocks noGrp="1"/>
          </p:cNvSpPr>
          <p:nvPr>
            <p:ph type="title"/>
          </p:nvPr>
        </p:nvSpPr>
        <p:spPr>
          <a:xfrm>
            <a:off x="594360" y="278129"/>
            <a:ext cx="9778365" cy="1494596"/>
          </a:xfrm>
        </p:spPr>
        <p:txBody>
          <a:bodyPr rtlCol="0"/>
          <a:lstStyle>
            <a:defPPr>
              <a:defRPr lang="it-IT"/>
            </a:defPPr>
          </a:lstStyle>
          <a:p>
            <a:pPr rtl="0"/>
            <a:r>
              <a:rPr lang="it-IT" dirty="0" err="1"/>
              <a:t>Change</a:t>
            </a:r>
            <a:r>
              <a:rPr lang="it-IT" dirty="0"/>
              <a:t>: A/B test </a:t>
            </a:r>
            <a:r>
              <a:rPr lang="it-IT" dirty="0" err="1"/>
              <a:t>description</a:t>
            </a:r>
            <a:endParaRPr lang="it-IT" dirty="0"/>
          </a:p>
        </p:txBody>
      </p:sp>
      <p:sp>
        <p:nvSpPr>
          <p:cNvPr id="3" name="Segnaposto contenuto 2">
            <a:extLst>
              <a:ext uri="{FF2B5EF4-FFF2-40B4-BE49-F238E27FC236}">
                <a16:creationId xmlns:a16="http://schemas.microsoft.com/office/drawing/2014/main" id="{DB097449-5B72-ADA0-3B2D-1CBC160D6B90}"/>
              </a:ext>
            </a:extLst>
          </p:cNvPr>
          <p:cNvSpPr>
            <a:spLocks noGrp="1"/>
          </p:cNvSpPr>
          <p:nvPr>
            <p:ph sz="quarter" idx="15"/>
          </p:nvPr>
        </p:nvSpPr>
        <p:spPr>
          <a:xfrm>
            <a:off x="594360" y="2676525"/>
            <a:ext cx="4490827" cy="3597470"/>
          </a:xfrm>
        </p:spPr>
        <p:txBody>
          <a:bodyPr rtlCol="0"/>
          <a:lstStyle>
            <a:defPPr>
              <a:defRPr lang="it-IT"/>
            </a:defPPr>
          </a:lstStyle>
          <a:p>
            <a:r>
              <a:rPr lang="it-IT" sz="3600" b="1" dirty="0"/>
              <a:t>Control group (A)</a:t>
            </a:r>
          </a:p>
          <a:p>
            <a:pPr marL="0" lvl="1" indent="0">
              <a:buNone/>
            </a:pPr>
            <a:r>
              <a:rPr lang="en-US" dirty="0"/>
              <a:t>No changes</a:t>
            </a:r>
            <a:endParaRPr lang="it-IT" dirty="0"/>
          </a:p>
          <a:p>
            <a:pPr lvl="1"/>
            <a:r>
              <a:rPr lang="en-US" dirty="0"/>
              <a:t>Users can still add videos to the watchlist, but they won't receive any email notifications</a:t>
            </a:r>
            <a:endParaRPr lang="it-IT" dirty="0"/>
          </a:p>
        </p:txBody>
      </p:sp>
      <p:sp>
        <p:nvSpPr>
          <p:cNvPr id="4" name="Segnaposto contenuto 3">
            <a:extLst>
              <a:ext uri="{FF2B5EF4-FFF2-40B4-BE49-F238E27FC236}">
                <a16:creationId xmlns:a16="http://schemas.microsoft.com/office/drawing/2014/main" id="{41FC7B50-71A6-D8BE-C032-5EB4CF5706D5}"/>
              </a:ext>
            </a:extLst>
          </p:cNvPr>
          <p:cNvSpPr>
            <a:spLocks noGrp="1"/>
          </p:cNvSpPr>
          <p:nvPr>
            <p:ph sz="quarter" idx="16"/>
          </p:nvPr>
        </p:nvSpPr>
        <p:spPr>
          <a:xfrm>
            <a:off x="5881898" y="2676525"/>
            <a:ext cx="4490827" cy="3597470"/>
          </a:xfrm>
        </p:spPr>
        <p:txBody>
          <a:bodyPr rtlCol="0"/>
          <a:lstStyle>
            <a:defPPr>
              <a:defRPr lang="it-IT"/>
            </a:defPPr>
          </a:lstStyle>
          <a:p>
            <a:r>
              <a:rPr lang="it-IT" sz="3600" b="1" dirty="0"/>
              <a:t>Test group (B)</a:t>
            </a:r>
          </a:p>
          <a:p>
            <a:pPr marL="0" lvl="1" indent="0">
              <a:buNone/>
            </a:pPr>
            <a:r>
              <a:rPr lang="en-US" dirty="0"/>
              <a:t>Users receive a personalized weekly email with an updated list of watchlist items, highlighting:</a:t>
            </a:r>
            <a:endParaRPr lang="it-IT" dirty="0"/>
          </a:p>
          <a:p>
            <a:pPr lvl="1"/>
            <a:r>
              <a:rPr lang="it-IT" dirty="0"/>
              <a:t>New releases</a:t>
            </a:r>
          </a:p>
          <a:p>
            <a:pPr lvl="1"/>
            <a:r>
              <a:rPr lang="en-US" dirty="0"/>
              <a:t>Expiring content (end of promotions)</a:t>
            </a:r>
            <a:endParaRPr lang="it-IT" dirty="0"/>
          </a:p>
          <a:p>
            <a:pPr lvl="1"/>
            <a:r>
              <a:rPr lang="en-US" dirty="0"/>
              <a:t>Suggestions based on the saved list</a:t>
            </a:r>
            <a:endParaRPr lang="it-IT" dirty="0"/>
          </a:p>
        </p:txBody>
      </p:sp>
    </p:spTree>
    <p:extLst>
      <p:ext uri="{BB962C8B-B14F-4D97-AF65-F5344CB8AC3E}">
        <p14:creationId xmlns:p14="http://schemas.microsoft.com/office/powerpoint/2010/main" val="8884842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A81AA2-60CA-8E04-FF4C-7FB778971401}"/>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7C23BBE8-CB6E-F943-C96E-1CCF32B0ECE8}"/>
              </a:ext>
            </a:extLst>
          </p:cNvPr>
          <p:cNvSpPr>
            <a:spLocks noGrp="1"/>
          </p:cNvSpPr>
          <p:nvPr>
            <p:ph type="title"/>
          </p:nvPr>
        </p:nvSpPr>
        <p:spPr>
          <a:xfrm>
            <a:off x="575310" y="278129"/>
            <a:ext cx="5063490" cy="2354026"/>
          </a:xfrm>
        </p:spPr>
        <p:txBody>
          <a:bodyPr rtlCol="0"/>
          <a:lstStyle>
            <a:defPPr>
              <a:defRPr lang="it-IT"/>
            </a:defPPr>
          </a:lstStyle>
          <a:p>
            <a:r>
              <a:rPr lang="it-IT" dirty="0" err="1"/>
              <a:t>Metrics</a:t>
            </a:r>
            <a:endParaRPr lang="it-IT" dirty="0"/>
          </a:p>
        </p:txBody>
      </p:sp>
      <p:sp>
        <p:nvSpPr>
          <p:cNvPr id="3" name="Segnaposto contenuto 2">
            <a:extLst>
              <a:ext uri="{FF2B5EF4-FFF2-40B4-BE49-F238E27FC236}">
                <a16:creationId xmlns:a16="http://schemas.microsoft.com/office/drawing/2014/main" id="{CEEC51A5-F7E3-8F45-C4F9-3620127B8436}"/>
              </a:ext>
            </a:extLst>
          </p:cNvPr>
          <p:cNvSpPr>
            <a:spLocks noGrp="1"/>
          </p:cNvSpPr>
          <p:nvPr>
            <p:ph sz="quarter" idx="16"/>
          </p:nvPr>
        </p:nvSpPr>
        <p:spPr>
          <a:xfrm>
            <a:off x="593725" y="3279775"/>
            <a:ext cx="5045075" cy="2994025"/>
          </a:xfrm>
        </p:spPr>
        <p:txBody>
          <a:bodyPr rtlCol="0">
            <a:normAutofit/>
          </a:bodyPr>
          <a:lstStyle>
            <a:defPPr>
              <a:defRPr lang="it-IT"/>
            </a:defPPr>
          </a:lstStyle>
          <a:p>
            <a:pPr marL="342900" indent="-342900">
              <a:buFont typeface="Arial" panose="020B0604020202020204" pitchFamily="34" charset="0"/>
              <a:buChar char="•"/>
            </a:pPr>
            <a:r>
              <a:rPr lang="it-IT" dirty="0" err="1"/>
              <a:t>Main</a:t>
            </a:r>
            <a:r>
              <a:rPr lang="it-IT" dirty="0"/>
              <a:t> </a:t>
            </a:r>
            <a:r>
              <a:rPr lang="it-IT" dirty="0" err="1"/>
              <a:t>metric</a:t>
            </a:r>
            <a:endParaRPr lang="it-IT" dirty="0"/>
          </a:p>
          <a:p>
            <a:pPr marL="342900" indent="-342900">
              <a:buFont typeface="Arial" panose="020B0604020202020204" pitchFamily="34" charset="0"/>
              <a:buChar char="•"/>
            </a:pPr>
            <a:r>
              <a:rPr lang="it-IT" dirty="0" err="1"/>
              <a:t>Interest</a:t>
            </a:r>
            <a:r>
              <a:rPr lang="it-IT" dirty="0"/>
              <a:t> </a:t>
            </a:r>
            <a:r>
              <a:rPr lang="it-IT" dirty="0" err="1"/>
              <a:t>metrics</a:t>
            </a:r>
            <a:endParaRPr lang="it-IT" dirty="0"/>
          </a:p>
          <a:p>
            <a:pPr marL="342900" indent="-342900">
              <a:buFont typeface="Arial" panose="020B0604020202020204" pitchFamily="34" charset="0"/>
              <a:buChar char="•"/>
            </a:pPr>
            <a:r>
              <a:rPr lang="it-IT" dirty="0"/>
              <a:t>Fuse </a:t>
            </a:r>
            <a:r>
              <a:rPr lang="it-IT" dirty="0" err="1"/>
              <a:t>metrics</a:t>
            </a:r>
            <a:endParaRPr lang="it-IT" dirty="0"/>
          </a:p>
        </p:txBody>
      </p:sp>
      <p:pic>
        <p:nvPicPr>
          <p:cNvPr id="5" name="Segnaposto immagine 52" descr="Lampadine sospese">
            <a:extLst>
              <a:ext uri="{FF2B5EF4-FFF2-40B4-BE49-F238E27FC236}">
                <a16:creationId xmlns:a16="http://schemas.microsoft.com/office/drawing/2014/main" id="{6C0A4A0C-83BC-EF85-A422-06EC17C6B56F}"/>
              </a:ext>
            </a:extLst>
          </p:cNvPr>
          <p:cNvPicPr>
            <a:picLocks noGrp="1" noChangeAspect="1"/>
          </p:cNvPicPr>
          <p:nvPr>
            <p:ph type="pic" sz="quarter" idx="15"/>
          </p:nvPr>
        </p:nvPicPr>
        <p:blipFill>
          <a:blip r:embed="rId3">
            <a:extLst>
              <a:ext uri="{28A0092B-C50C-407E-A947-70E740481C1C}">
                <a14:useLocalDpi xmlns:a14="http://schemas.microsoft.com/office/drawing/2010/main" val="0"/>
              </a:ext>
            </a:extLst>
          </a:blip>
          <a:srcRect l="16" r="16"/>
          <a:stretch/>
        </p:blipFill>
        <p:spPr>
          <a:xfrm>
            <a:off x="6096000" y="0"/>
            <a:ext cx="6118225" cy="6858000"/>
          </a:xfrm>
        </p:spPr>
      </p:pic>
    </p:spTree>
    <p:extLst>
      <p:ext uri="{BB962C8B-B14F-4D97-AF65-F5344CB8AC3E}">
        <p14:creationId xmlns:p14="http://schemas.microsoft.com/office/powerpoint/2010/main" val="24978303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E3920F-0798-9048-0006-7CA960985A97}"/>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35C94E08-E97C-5DF7-F67A-B024FDAD747D}"/>
              </a:ext>
            </a:extLst>
          </p:cNvPr>
          <p:cNvSpPr>
            <a:spLocks noGrp="1"/>
          </p:cNvSpPr>
          <p:nvPr>
            <p:ph type="title"/>
          </p:nvPr>
        </p:nvSpPr>
        <p:spPr>
          <a:xfrm>
            <a:off x="6318885" y="3499667"/>
            <a:ext cx="4939666" cy="2542810"/>
          </a:xfrm>
        </p:spPr>
        <p:txBody>
          <a:bodyPr rtlCol="0"/>
          <a:lstStyle>
            <a:defPPr>
              <a:defRPr lang="it-IT"/>
            </a:defPPr>
          </a:lstStyle>
          <a:p>
            <a:r>
              <a:rPr lang="it-IT" dirty="0" err="1"/>
              <a:t>Main</a:t>
            </a:r>
            <a:r>
              <a:rPr lang="it-IT" dirty="0"/>
              <a:t> </a:t>
            </a:r>
            <a:r>
              <a:rPr lang="it-IT" dirty="0" err="1"/>
              <a:t>metric</a:t>
            </a:r>
            <a:endParaRPr lang="it-IT" dirty="0"/>
          </a:p>
        </p:txBody>
      </p:sp>
      <p:sp>
        <p:nvSpPr>
          <p:cNvPr id="4" name="Segnaposto contenuto 3">
            <a:extLst>
              <a:ext uri="{FF2B5EF4-FFF2-40B4-BE49-F238E27FC236}">
                <a16:creationId xmlns:a16="http://schemas.microsoft.com/office/drawing/2014/main" id="{6D8E0497-65BE-4655-8FBF-A7EDC1E864FD}"/>
              </a:ext>
            </a:extLst>
          </p:cNvPr>
          <p:cNvSpPr>
            <a:spLocks noGrp="1"/>
          </p:cNvSpPr>
          <p:nvPr>
            <p:ph sz="quarter" idx="14"/>
          </p:nvPr>
        </p:nvSpPr>
        <p:spPr>
          <a:xfrm>
            <a:off x="594360" y="2205808"/>
            <a:ext cx="5891806" cy="2305050"/>
          </a:xfrm>
        </p:spPr>
        <p:txBody>
          <a:bodyPr rtlCol="0">
            <a:normAutofit/>
          </a:bodyPr>
          <a:lstStyle>
            <a:defPPr>
              <a:defRPr lang="it-IT"/>
            </a:defPPr>
          </a:lstStyle>
          <a:p>
            <a:pPr marL="0" indent="0">
              <a:buNone/>
            </a:pPr>
            <a:r>
              <a:rPr lang="en-US" sz="3200" b="1" u="sng" dirty="0"/>
              <a:t>Content view rate in the watchlist</a:t>
            </a:r>
            <a:endParaRPr lang="it-IT" sz="3200" b="1" u="sng" dirty="0"/>
          </a:p>
        </p:txBody>
      </p:sp>
      <p:sp>
        <p:nvSpPr>
          <p:cNvPr id="3" name="Segnaposto contenuto 2">
            <a:extLst>
              <a:ext uri="{FF2B5EF4-FFF2-40B4-BE49-F238E27FC236}">
                <a16:creationId xmlns:a16="http://schemas.microsoft.com/office/drawing/2014/main" id="{FD45AEFE-79E7-15C5-36F7-C4779AFC9474}"/>
              </a:ext>
            </a:extLst>
          </p:cNvPr>
          <p:cNvSpPr>
            <a:spLocks noGrp="1"/>
          </p:cNvSpPr>
          <p:nvPr>
            <p:ph sz="quarter" idx="15"/>
          </p:nvPr>
        </p:nvSpPr>
        <p:spPr>
          <a:xfrm>
            <a:off x="594360" y="3709358"/>
            <a:ext cx="5198269" cy="2420750"/>
          </a:xfrm>
        </p:spPr>
        <p:txBody>
          <a:bodyPr rtlCol="0">
            <a:normAutofit/>
          </a:bodyPr>
          <a:lstStyle>
            <a:defPPr>
              <a:defRPr lang="it-IT"/>
            </a:defPPr>
          </a:lstStyle>
          <a:p>
            <a:r>
              <a:rPr lang="en-US" dirty="0"/>
              <a:t>Number of contents watched from watchlist / Total number of contents in watchlist</a:t>
            </a:r>
            <a:endParaRPr lang="it-IT" dirty="0"/>
          </a:p>
        </p:txBody>
      </p:sp>
    </p:spTree>
    <p:extLst>
      <p:ext uri="{BB962C8B-B14F-4D97-AF65-F5344CB8AC3E}">
        <p14:creationId xmlns:p14="http://schemas.microsoft.com/office/powerpoint/2010/main" val="13814965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0BD29B5-1B58-809F-FEA7-B82105E94664}"/>
              </a:ext>
            </a:extLst>
          </p:cNvPr>
          <p:cNvSpPr>
            <a:spLocks noGrp="1"/>
          </p:cNvSpPr>
          <p:nvPr>
            <p:ph type="title"/>
          </p:nvPr>
        </p:nvSpPr>
        <p:spPr>
          <a:xfrm>
            <a:off x="6318885" y="3499667"/>
            <a:ext cx="4939666" cy="2542810"/>
          </a:xfrm>
        </p:spPr>
        <p:txBody>
          <a:bodyPr rtlCol="0"/>
          <a:lstStyle>
            <a:defPPr>
              <a:defRPr lang="it-IT"/>
            </a:defPPr>
          </a:lstStyle>
          <a:p>
            <a:r>
              <a:rPr lang="it-IT" dirty="0" err="1"/>
              <a:t>Interest</a:t>
            </a:r>
            <a:r>
              <a:rPr lang="it-IT" dirty="0"/>
              <a:t> </a:t>
            </a:r>
            <a:r>
              <a:rPr lang="it-IT" dirty="0" err="1"/>
              <a:t>metrics</a:t>
            </a:r>
            <a:endParaRPr lang="it-IT" dirty="0"/>
          </a:p>
        </p:txBody>
      </p:sp>
      <p:sp>
        <p:nvSpPr>
          <p:cNvPr id="4" name="Segnaposto contenuto 3">
            <a:extLst>
              <a:ext uri="{FF2B5EF4-FFF2-40B4-BE49-F238E27FC236}">
                <a16:creationId xmlns:a16="http://schemas.microsoft.com/office/drawing/2014/main" id="{07C3632C-2D2E-7026-33B8-EE42DA4BDB5C}"/>
              </a:ext>
            </a:extLst>
          </p:cNvPr>
          <p:cNvSpPr>
            <a:spLocks noGrp="1"/>
          </p:cNvSpPr>
          <p:nvPr>
            <p:ph sz="quarter" idx="14"/>
          </p:nvPr>
        </p:nvSpPr>
        <p:spPr>
          <a:xfrm>
            <a:off x="674847" y="1751164"/>
            <a:ext cx="5198269" cy="3485070"/>
          </a:xfrm>
        </p:spPr>
        <p:txBody>
          <a:bodyPr rtlCol="0">
            <a:noAutofit/>
          </a:bodyPr>
          <a:lstStyle>
            <a:defPPr>
              <a:defRPr lang="it-IT"/>
            </a:defPPr>
          </a:lstStyle>
          <a:p>
            <a:r>
              <a:rPr lang="en-US" dirty="0"/>
              <a:t>Click-through rate (CTR) on the email</a:t>
            </a:r>
          </a:p>
          <a:p>
            <a:r>
              <a:rPr lang="en-US" dirty="0"/>
              <a:t>Average time spent on the platform per session</a:t>
            </a:r>
          </a:p>
          <a:p>
            <a:r>
              <a:rPr lang="en-US" dirty="0"/>
              <a:t>Number of sessions started within 48 hours of receiving the email</a:t>
            </a:r>
          </a:p>
          <a:p>
            <a:r>
              <a:rPr lang="en-US" dirty="0"/>
              <a:t>Average number of content views per user per week</a:t>
            </a:r>
          </a:p>
          <a:p>
            <a:r>
              <a:rPr lang="en-US" dirty="0"/>
              <a:t>Weekly retention rate</a:t>
            </a:r>
            <a:endParaRPr lang="it-IT" dirty="0"/>
          </a:p>
        </p:txBody>
      </p:sp>
    </p:spTree>
    <p:extLst>
      <p:ext uri="{BB962C8B-B14F-4D97-AF65-F5344CB8AC3E}">
        <p14:creationId xmlns:p14="http://schemas.microsoft.com/office/powerpoint/2010/main" val="30882253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olo 5">
            <a:extLst>
              <a:ext uri="{FF2B5EF4-FFF2-40B4-BE49-F238E27FC236}">
                <a16:creationId xmlns:a16="http://schemas.microsoft.com/office/drawing/2014/main" id="{76A9A9A7-F1D2-237D-AC72-E21A286F0A6F}"/>
              </a:ext>
            </a:extLst>
          </p:cNvPr>
          <p:cNvSpPr>
            <a:spLocks noGrp="1"/>
          </p:cNvSpPr>
          <p:nvPr>
            <p:ph type="title"/>
          </p:nvPr>
        </p:nvSpPr>
        <p:spPr>
          <a:xfrm>
            <a:off x="3661409" y="4661717"/>
            <a:ext cx="7936230" cy="1380760"/>
          </a:xfrm>
        </p:spPr>
        <p:txBody>
          <a:bodyPr rtlCol="0"/>
          <a:lstStyle>
            <a:defPPr>
              <a:defRPr lang="it-IT"/>
            </a:defPPr>
          </a:lstStyle>
          <a:p>
            <a:pPr rtl="0"/>
            <a:r>
              <a:rPr lang="it-IT" dirty="0" err="1"/>
              <a:t>Main</a:t>
            </a:r>
            <a:r>
              <a:rPr lang="it-IT" dirty="0"/>
              <a:t> &amp; </a:t>
            </a:r>
            <a:r>
              <a:rPr lang="it-IT" dirty="0" err="1"/>
              <a:t>interest</a:t>
            </a:r>
            <a:r>
              <a:rPr lang="it-IT" dirty="0"/>
              <a:t> </a:t>
            </a:r>
            <a:r>
              <a:rPr lang="it-IT" dirty="0" err="1"/>
              <a:t>metrics</a:t>
            </a:r>
            <a:endParaRPr lang="it-IT" dirty="0"/>
          </a:p>
        </p:txBody>
      </p:sp>
      <p:graphicFrame>
        <p:nvGraphicFramePr>
          <p:cNvPr id="8" name="Segnaposto tabella 2">
            <a:extLst>
              <a:ext uri="{FF2B5EF4-FFF2-40B4-BE49-F238E27FC236}">
                <a16:creationId xmlns:a16="http://schemas.microsoft.com/office/drawing/2014/main" id="{C60AA2D2-28D7-69D7-F6C5-B31DAD3332C1}"/>
              </a:ext>
            </a:extLst>
          </p:cNvPr>
          <p:cNvGraphicFramePr>
            <a:graphicFrameLocks noGrp="1"/>
          </p:cNvGraphicFramePr>
          <p:nvPr>
            <p:ph sz="quarter" idx="13"/>
            <p:extLst>
              <p:ext uri="{D42A27DB-BD31-4B8C-83A1-F6EECF244321}">
                <p14:modId xmlns:p14="http://schemas.microsoft.com/office/powerpoint/2010/main" val="4081769341"/>
              </p:ext>
            </p:extLst>
          </p:nvPr>
        </p:nvGraphicFramePr>
        <p:xfrm>
          <a:off x="1509623" y="584201"/>
          <a:ext cx="10091016" cy="4557143"/>
        </p:xfrm>
        <a:graphic>
          <a:graphicData uri="http://schemas.openxmlformats.org/drawingml/2006/table">
            <a:tbl>
              <a:tblPr firstRow="1" bandRow="1">
                <a:tableStyleId>{8A107856-5554-42FB-B03E-39F5DBC370BA}</a:tableStyleId>
              </a:tblPr>
              <a:tblGrid>
                <a:gridCol w="4813539">
                  <a:extLst>
                    <a:ext uri="{9D8B030D-6E8A-4147-A177-3AD203B41FA5}">
                      <a16:colId xmlns:a16="http://schemas.microsoft.com/office/drawing/2014/main" val="127040821"/>
                    </a:ext>
                  </a:extLst>
                </a:gridCol>
                <a:gridCol w="1897812">
                  <a:extLst>
                    <a:ext uri="{9D8B030D-6E8A-4147-A177-3AD203B41FA5}">
                      <a16:colId xmlns:a16="http://schemas.microsoft.com/office/drawing/2014/main" val="149845700"/>
                    </a:ext>
                  </a:extLst>
                </a:gridCol>
                <a:gridCol w="1673524">
                  <a:extLst>
                    <a:ext uri="{9D8B030D-6E8A-4147-A177-3AD203B41FA5}">
                      <a16:colId xmlns:a16="http://schemas.microsoft.com/office/drawing/2014/main" val="3119692462"/>
                    </a:ext>
                  </a:extLst>
                </a:gridCol>
                <a:gridCol w="1706141">
                  <a:extLst>
                    <a:ext uri="{9D8B030D-6E8A-4147-A177-3AD203B41FA5}">
                      <a16:colId xmlns:a16="http://schemas.microsoft.com/office/drawing/2014/main" val="3472639139"/>
                    </a:ext>
                  </a:extLst>
                </a:gridCol>
              </a:tblGrid>
              <a:tr h="377707">
                <a:tc>
                  <a:txBody>
                    <a:bodyPr/>
                    <a:lstStyle>
                      <a:defPPr>
                        <a:defRPr lang="it-IT"/>
                      </a:defPPr>
                    </a:lstStyle>
                    <a:p>
                      <a:pPr algn="ctr" rtl="0"/>
                      <a:r>
                        <a:rPr lang="it-IT" b="0" dirty="0" err="1">
                          <a:latin typeface="+mj-lt"/>
                        </a:rPr>
                        <a:t>Metric</a:t>
                      </a:r>
                      <a:endParaRPr lang="it-IT" b="0" dirty="0">
                        <a:latin typeface="+mj-lt"/>
                      </a:endParaRPr>
                    </a:p>
                  </a:txBody>
                  <a:tcPr anchor="ctr"/>
                </a:tc>
                <a:tc>
                  <a:txBody>
                    <a:bodyPr/>
                    <a:lstStyle>
                      <a:defPPr>
                        <a:defRPr lang="it-IT"/>
                      </a:defPPr>
                    </a:lstStyle>
                    <a:p>
                      <a:pPr algn="ctr" rtl="0"/>
                      <a:r>
                        <a:rPr lang="it-IT" b="0" dirty="0">
                          <a:latin typeface="+mj-lt"/>
                        </a:rPr>
                        <a:t>Misure</a:t>
                      </a:r>
                    </a:p>
                  </a:txBody>
                  <a:tcPr anchor="ctr"/>
                </a:tc>
                <a:tc>
                  <a:txBody>
                    <a:bodyPr/>
                    <a:lstStyle>
                      <a:defPPr>
                        <a:defRPr lang="it-IT"/>
                      </a:defPPr>
                    </a:lstStyle>
                    <a:p>
                      <a:pPr algn="ctr" rtl="0"/>
                      <a:r>
                        <a:rPr lang="it-IT" b="0" dirty="0">
                          <a:latin typeface="+mj-lt"/>
                        </a:rPr>
                        <a:t>Group A</a:t>
                      </a:r>
                    </a:p>
                  </a:txBody>
                  <a:tcPr anchor="ctr"/>
                </a:tc>
                <a:tc>
                  <a:txBody>
                    <a:bodyPr/>
                    <a:lstStyle>
                      <a:defPPr>
                        <a:defRPr lang="it-IT"/>
                      </a:defPPr>
                    </a:lstStyle>
                    <a:p>
                      <a:pPr algn="ctr" rtl="0"/>
                      <a:r>
                        <a:rPr lang="it-IT" b="0" dirty="0">
                          <a:latin typeface="+mj-lt"/>
                        </a:rPr>
                        <a:t>Group B</a:t>
                      </a:r>
                    </a:p>
                  </a:txBody>
                  <a:tcPr anchor="ctr"/>
                </a:tc>
                <a:extLst>
                  <a:ext uri="{0D108BD9-81ED-4DB2-BD59-A6C34878D82A}">
                    <a16:rowId xmlns:a16="http://schemas.microsoft.com/office/drawing/2014/main" val="3298013591"/>
                  </a:ext>
                </a:extLst>
              </a:tr>
              <a:tr h="663683">
                <a:tc>
                  <a:txBody>
                    <a:bodyPr/>
                    <a:lstStyle>
                      <a:defPPr>
                        <a:defRPr lang="it-IT"/>
                      </a:defPPr>
                    </a:lstStyle>
                    <a:p>
                      <a:pPr marL="0" indent="0">
                        <a:buNone/>
                      </a:pPr>
                      <a:r>
                        <a:rPr lang="en-US" sz="1800" b="0" u="sng" dirty="0"/>
                        <a:t>Content view rate in the watchlist</a:t>
                      </a:r>
                      <a:endParaRPr lang="it-IT" sz="1800" b="0" u="sng" dirty="0"/>
                    </a:p>
                  </a:txBody>
                  <a:tcPr anchor="ctr"/>
                </a:tc>
                <a:tc>
                  <a:txBody>
                    <a:bodyPr/>
                    <a:lstStyle>
                      <a:defPPr>
                        <a:defRPr lang="it-IT"/>
                      </a:defPPr>
                    </a:lstStyle>
                    <a:p>
                      <a:pPr algn="ctr" rtl="0"/>
                      <a:r>
                        <a:rPr lang="it-IT" b="0" dirty="0"/>
                        <a:t>%</a:t>
                      </a:r>
                    </a:p>
                  </a:txBody>
                  <a:tcPr anchor="ctr"/>
                </a:tc>
                <a:tc>
                  <a:txBody>
                    <a:bodyPr/>
                    <a:lstStyle>
                      <a:defPPr>
                        <a:defRPr lang="it-IT"/>
                      </a:defPPr>
                    </a:lstStyle>
                    <a:p>
                      <a:pPr algn="ctr" rtl="0"/>
                      <a:endParaRPr lang="it-IT" b="0" dirty="0"/>
                    </a:p>
                  </a:txBody>
                  <a:tcPr anchor="ctr"/>
                </a:tc>
                <a:tc>
                  <a:txBody>
                    <a:bodyPr/>
                    <a:lstStyle>
                      <a:defPPr>
                        <a:defRPr lang="it-IT"/>
                      </a:defPPr>
                    </a:lstStyle>
                    <a:p>
                      <a:pPr algn="ctr" rtl="0"/>
                      <a:endParaRPr lang="it-IT" b="0" dirty="0"/>
                    </a:p>
                  </a:txBody>
                  <a:tcPr anchor="ctr"/>
                </a:tc>
                <a:extLst>
                  <a:ext uri="{0D108BD9-81ED-4DB2-BD59-A6C34878D82A}">
                    <a16:rowId xmlns:a16="http://schemas.microsoft.com/office/drawing/2014/main" val="3873867931"/>
                  </a:ext>
                </a:extLst>
              </a:tr>
              <a:tr h="649542">
                <a:tc>
                  <a:txBody>
                    <a:bodyPr/>
                    <a:lstStyle>
                      <a:defPPr>
                        <a:defRPr lang="it-IT"/>
                      </a:defPPr>
                    </a:lstStyle>
                    <a:p>
                      <a:pPr algn="l" rtl="0"/>
                      <a:r>
                        <a:rPr lang="en-US" dirty="0"/>
                        <a:t>Click-through rate (CTR) on the email</a:t>
                      </a:r>
                      <a:endParaRPr lang="it-IT" b="0" dirty="0"/>
                    </a:p>
                  </a:txBody>
                  <a:tcPr anchor="ctr"/>
                </a:tc>
                <a:tc>
                  <a:txBody>
                    <a:bodyPr/>
                    <a:lstStyle>
                      <a:defPPr>
                        <a:defRPr lang="it-IT"/>
                      </a:defPPr>
                    </a:lstStyle>
                    <a:p>
                      <a:pPr algn="ctr" rtl="0"/>
                      <a:r>
                        <a:rPr lang="it-IT" b="0" dirty="0"/>
                        <a:t>%</a:t>
                      </a:r>
                    </a:p>
                  </a:txBody>
                  <a:tcPr anchor="ctr"/>
                </a:tc>
                <a:tc>
                  <a:txBody>
                    <a:bodyPr/>
                    <a:lstStyle>
                      <a:defPPr>
                        <a:defRPr lang="it-IT"/>
                      </a:defPPr>
                    </a:lstStyle>
                    <a:p>
                      <a:pPr algn="ctr" rtl="0"/>
                      <a:endParaRPr lang="it-IT" b="0" dirty="0"/>
                    </a:p>
                  </a:txBody>
                  <a:tcPr anchor="ctr"/>
                </a:tc>
                <a:tc>
                  <a:txBody>
                    <a:bodyPr/>
                    <a:lstStyle>
                      <a:defPPr>
                        <a:defRPr lang="it-IT"/>
                      </a:defPPr>
                    </a:lstStyle>
                    <a:p>
                      <a:pPr algn="ctr" rtl="0"/>
                      <a:endParaRPr lang="it-IT" b="0" dirty="0"/>
                    </a:p>
                  </a:txBody>
                  <a:tcPr anchor="ctr"/>
                </a:tc>
                <a:extLst>
                  <a:ext uri="{0D108BD9-81ED-4DB2-BD59-A6C34878D82A}">
                    <a16:rowId xmlns:a16="http://schemas.microsoft.com/office/drawing/2014/main" val="85209771"/>
                  </a:ext>
                </a:extLst>
              </a:tr>
              <a:tr h="657184">
                <a:tc>
                  <a:txBody>
                    <a:bodyPr/>
                    <a:lstStyle>
                      <a:defPPr>
                        <a:defRPr lang="it-IT"/>
                      </a:defPPr>
                    </a:lstStyle>
                    <a:p>
                      <a:pPr algn="l" rtl="0"/>
                      <a:r>
                        <a:rPr lang="en-US" dirty="0"/>
                        <a:t>Average time spent on the platform per session</a:t>
                      </a:r>
                      <a:endParaRPr lang="it-IT" b="0" dirty="0"/>
                    </a:p>
                  </a:txBody>
                  <a:tcPr anchor="ctr"/>
                </a:tc>
                <a:tc>
                  <a:txBody>
                    <a:bodyPr/>
                    <a:lstStyle>
                      <a:defPPr>
                        <a:defRPr lang="it-IT"/>
                      </a:defPPr>
                    </a:lstStyle>
                    <a:p>
                      <a:pPr algn="ctr" rtl="0"/>
                      <a:r>
                        <a:rPr lang="it-IT" b="0" dirty="0"/>
                        <a:t>min</a:t>
                      </a:r>
                    </a:p>
                  </a:txBody>
                  <a:tcPr anchor="ctr"/>
                </a:tc>
                <a:tc>
                  <a:txBody>
                    <a:bodyPr/>
                    <a:lstStyle>
                      <a:defPPr>
                        <a:defRPr lang="it-IT"/>
                      </a:defPPr>
                    </a:lstStyle>
                    <a:p>
                      <a:pPr algn="ctr" rtl="0"/>
                      <a:endParaRPr lang="it-IT" b="0" dirty="0"/>
                    </a:p>
                  </a:txBody>
                  <a:tcPr anchor="ctr"/>
                </a:tc>
                <a:tc>
                  <a:txBody>
                    <a:bodyPr/>
                    <a:lstStyle>
                      <a:defPPr>
                        <a:defRPr lang="it-IT"/>
                      </a:defPPr>
                    </a:lstStyle>
                    <a:p>
                      <a:pPr algn="ctr" rtl="0"/>
                      <a:endParaRPr lang="it-IT" b="0" dirty="0"/>
                    </a:p>
                  </a:txBody>
                  <a:tcPr anchor="ctr"/>
                </a:tc>
                <a:extLst>
                  <a:ext uri="{0D108BD9-81ED-4DB2-BD59-A6C34878D82A}">
                    <a16:rowId xmlns:a16="http://schemas.microsoft.com/office/drawing/2014/main" val="4061031278"/>
                  </a:ext>
                </a:extLst>
              </a:tr>
              <a:tr h="748883">
                <a:tc>
                  <a:txBody>
                    <a:bodyPr/>
                    <a:lstStyle>
                      <a:defPPr>
                        <a:defRPr lang="it-IT"/>
                      </a:def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Sessions started within 48 hours of receiving the email</a:t>
                      </a:r>
                      <a:endParaRPr lang="it-IT" b="0" dirty="0"/>
                    </a:p>
                  </a:txBody>
                  <a:tcPr anchor="ctr"/>
                </a:tc>
                <a:tc>
                  <a:txBody>
                    <a:bodyPr/>
                    <a:lstStyle>
                      <a:defPPr>
                        <a:defRPr lang="it-IT"/>
                      </a:defPPr>
                    </a:lstStyle>
                    <a:p>
                      <a:pPr algn="ctr" rtl="0"/>
                      <a:r>
                        <a:rPr lang="it-IT" b="0" dirty="0"/>
                        <a:t>Nr</a:t>
                      </a:r>
                    </a:p>
                  </a:txBody>
                  <a:tcPr anchor="ctr"/>
                </a:tc>
                <a:tc>
                  <a:txBody>
                    <a:bodyPr/>
                    <a:lstStyle>
                      <a:defPPr>
                        <a:defRPr lang="it-IT"/>
                      </a:defPPr>
                    </a:lstStyle>
                    <a:p>
                      <a:pPr algn="ctr" rtl="0"/>
                      <a:endParaRPr lang="it-IT" b="0" dirty="0"/>
                    </a:p>
                  </a:txBody>
                  <a:tcPr anchor="ctr"/>
                </a:tc>
                <a:tc>
                  <a:txBody>
                    <a:bodyPr/>
                    <a:lstStyle>
                      <a:defPPr>
                        <a:defRPr lang="it-IT"/>
                      </a:defPPr>
                    </a:lstStyle>
                    <a:p>
                      <a:pPr algn="ctr" rtl="0"/>
                      <a:endParaRPr lang="it-IT" b="0" dirty="0"/>
                    </a:p>
                  </a:txBody>
                  <a:tcPr anchor="ctr"/>
                </a:tc>
                <a:extLst>
                  <a:ext uri="{0D108BD9-81ED-4DB2-BD59-A6C34878D82A}">
                    <a16:rowId xmlns:a16="http://schemas.microsoft.com/office/drawing/2014/main" val="3591840781"/>
                  </a:ext>
                </a:extLst>
              </a:tr>
              <a:tr h="712126">
                <a:tc>
                  <a:txBody>
                    <a:bodyPr/>
                    <a:lstStyle>
                      <a:defPPr>
                        <a:defRPr lang="it-IT"/>
                      </a:def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Content views per user per week</a:t>
                      </a:r>
                      <a:endParaRPr lang="it-IT" b="0" dirty="0"/>
                    </a:p>
                  </a:txBody>
                  <a:tcPr anchor="ctr"/>
                </a:tc>
                <a:tc>
                  <a:txBody>
                    <a:bodyPr/>
                    <a:lstStyle>
                      <a:defPPr>
                        <a:defRPr lang="it-IT"/>
                      </a:defPPr>
                    </a:lstStyle>
                    <a:p>
                      <a:pPr algn="ctr" rtl="0"/>
                      <a:r>
                        <a:rPr lang="it-IT" b="0" dirty="0"/>
                        <a:t>Nr / week</a:t>
                      </a:r>
                    </a:p>
                  </a:txBody>
                  <a:tcPr anchor="ctr"/>
                </a:tc>
                <a:tc>
                  <a:txBody>
                    <a:bodyPr/>
                    <a:lstStyle>
                      <a:defPPr>
                        <a:defRPr lang="it-IT"/>
                      </a:defPPr>
                    </a:lstStyle>
                    <a:p>
                      <a:pPr algn="ctr" rtl="0"/>
                      <a:endParaRPr lang="it-IT" b="0" dirty="0"/>
                    </a:p>
                  </a:txBody>
                  <a:tcPr anchor="ctr"/>
                </a:tc>
                <a:tc>
                  <a:txBody>
                    <a:bodyPr/>
                    <a:lstStyle>
                      <a:defPPr>
                        <a:defRPr lang="it-IT"/>
                      </a:defPPr>
                    </a:lstStyle>
                    <a:p>
                      <a:pPr algn="ctr" rtl="0"/>
                      <a:endParaRPr lang="it-IT" b="0" dirty="0"/>
                    </a:p>
                  </a:txBody>
                  <a:tcPr anchor="ctr"/>
                </a:tc>
                <a:extLst>
                  <a:ext uri="{0D108BD9-81ED-4DB2-BD59-A6C34878D82A}">
                    <a16:rowId xmlns:a16="http://schemas.microsoft.com/office/drawing/2014/main" val="335389741"/>
                  </a:ext>
                </a:extLst>
              </a:tr>
              <a:tr h="74801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Weekly retention rate</a:t>
                      </a:r>
                      <a:endParaRPr lang="it-IT" b="0" dirty="0"/>
                    </a:p>
                  </a:txBody>
                  <a:tcPr anchor="ctr"/>
                </a:tc>
                <a:tc>
                  <a:txBody>
                    <a:bodyPr/>
                    <a:lstStyle/>
                    <a:p>
                      <a:pPr algn="ctr" rtl="0"/>
                      <a:r>
                        <a:rPr lang="it-IT" b="0" dirty="0"/>
                        <a:t>%</a:t>
                      </a:r>
                    </a:p>
                  </a:txBody>
                  <a:tcPr anchor="ctr"/>
                </a:tc>
                <a:tc>
                  <a:txBody>
                    <a:bodyPr/>
                    <a:lstStyle/>
                    <a:p>
                      <a:pPr algn="ctr" rtl="0"/>
                      <a:endParaRPr lang="it-IT" b="0" dirty="0"/>
                    </a:p>
                  </a:txBody>
                  <a:tcPr anchor="ctr"/>
                </a:tc>
                <a:tc>
                  <a:txBody>
                    <a:bodyPr/>
                    <a:lstStyle/>
                    <a:p>
                      <a:pPr algn="ctr" rtl="0"/>
                      <a:endParaRPr lang="it-IT" b="0" dirty="0"/>
                    </a:p>
                  </a:txBody>
                  <a:tcPr anchor="ctr"/>
                </a:tc>
                <a:extLst>
                  <a:ext uri="{0D108BD9-81ED-4DB2-BD59-A6C34878D82A}">
                    <a16:rowId xmlns:a16="http://schemas.microsoft.com/office/drawing/2014/main" val="2512633993"/>
                  </a:ext>
                </a:extLst>
              </a:tr>
            </a:tbl>
          </a:graphicData>
        </a:graphic>
      </p:graphicFrame>
    </p:spTree>
    <p:extLst>
      <p:ext uri="{BB962C8B-B14F-4D97-AF65-F5344CB8AC3E}">
        <p14:creationId xmlns:p14="http://schemas.microsoft.com/office/powerpoint/2010/main" val="41276951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58D965-B1FD-E077-B56F-E30B7B75AB03}"/>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12498EC8-8558-C6C3-C743-54E556E6B729}"/>
              </a:ext>
            </a:extLst>
          </p:cNvPr>
          <p:cNvSpPr>
            <a:spLocks noGrp="1"/>
          </p:cNvSpPr>
          <p:nvPr>
            <p:ph type="title"/>
          </p:nvPr>
        </p:nvSpPr>
        <p:spPr>
          <a:xfrm>
            <a:off x="6318885" y="3499667"/>
            <a:ext cx="4939666" cy="2542810"/>
          </a:xfrm>
        </p:spPr>
        <p:txBody>
          <a:bodyPr rtlCol="0"/>
          <a:lstStyle>
            <a:defPPr>
              <a:defRPr lang="it-IT"/>
            </a:defPPr>
          </a:lstStyle>
          <a:p>
            <a:r>
              <a:rPr lang="it-IT" dirty="0"/>
              <a:t>Fuse </a:t>
            </a:r>
            <a:r>
              <a:rPr lang="it-IT" dirty="0" err="1"/>
              <a:t>metrics</a:t>
            </a:r>
            <a:endParaRPr lang="it-IT" dirty="0"/>
          </a:p>
        </p:txBody>
      </p:sp>
      <p:sp>
        <p:nvSpPr>
          <p:cNvPr id="4" name="Segnaposto contenuto 3">
            <a:extLst>
              <a:ext uri="{FF2B5EF4-FFF2-40B4-BE49-F238E27FC236}">
                <a16:creationId xmlns:a16="http://schemas.microsoft.com/office/drawing/2014/main" id="{BE58DC53-1870-41C2-6997-710D3B2C2D74}"/>
              </a:ext>
            </a:extLst>
          </p:cNvPr>
          <p:cNvSpPr>
            <a:spLocks noGrp="1"/>
          </p:cNvSpPr>
          <p:nvPr>
            <p:ph sz="quarter" idx="14"/>
          </p:nvPr>
        </p:nvSpPr>
        <p:spPr>
          <a:xfrm>
            <a:off x="674847" y="1015260"/>
            <a:ext cx="5198269" cy="4502987"/>
          </a:xfrm>
        </p:spPr>
        <p:txBody>
          <a:bodyPr rtlCol="0">
            <a:noAutofit/>
          </a:bodyPr>
          <a:lstStyle>
            <a:defPPr>
              <a:defRPr lang="it-IT"/>
            </a:defPPr>
          </a:lstStyle>
          <a:p>
            <a:r>
              <a:rPr lang="en-US" u="sng" dirty="0"/>
              <a:t>Email unsubscribe rate</a:t>
            </a:r>
            <a:r>
              <a:rPr lang="en-US" dirty="0"/>
              <a:t>: monitoring the annoyance generated by emails</a:t>
            </a:r>
          </a:p>
          <a:p>
            <a:r>
              <a:rPr lang="en-US" u="sng" dirty="0"/>
              <a:t>Email bounce rate</a:t>
            </a:r>
            <a:r>
              <a:rPr lang="en-US" dirty="0"/>
              <a:t>: ensuring emails reach users correctly</a:t>
            </a:r>
          </a:p>
          <a:p>
            <a:r>
              <a:rPr lang="en-US" u="sng" dirty="0"/>
              <a:t>Platform abandonment rate</a:t>
            </a:r>
            <a:r>
              <a:rPr lang="en-US" dirty="0"/>
              <a:t>: verification that the reminder does not have a negative impact on overall behavior</a:t>
            </a:r>
          </a:p>
          <a:p>
            <a:r>
              <a:rPr lang="en-US" u="sng" dirty="0"/>
              <a:t>Email spam reporting</a:t>
            </a:r>
            <a:r>
              <a:rPr lang="en-US" dirty="0"/>
              <a:t>: control of the communication perception</a:t>
            </a:r>
          </a:p>
          <a:p>
            <a:r>
              <a:rPr lang="en-US" u="sng" dirty="0"/>
              <a:t>Site performance and load times</a:t>
            </a:r>
            <a:r>
              <a:rPr lang="en-US" dirty="0"/>
              <a:t>: ensure that increased email-driven traffic doesn't compromise user experience</a:t>
            </a:r>
            <a:endParaRPr lang="it-IT" dirty="0"/>
          </a:p>
        </p:txBody>
      </p:sp>
    </p:spTree>
    <p:extLst>
      <p:ext uri="{BB962C8B-B14F-4D97-AF65-F5344CB8AC3E}">
        <p14:creationId xmlns:p14="http://schemas.microsoft.com/office/powerpoint/2010/main" val="4954555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olo 2">
            <a:extLst>
              <a:ext uri="{FF2B5EF4-FFF2-40B4-BE49-F238E27FC236}">
                <a16:creationId xmlns:a16="http://schemas.microsoft.com/office/drawing/2014/main" id="{C7AB9C34-2B13-E66F-1053-2BA156F89425}"/>
              </a:ext>
            </a:extLst>
          </p:cNvPr>
          <p:cNvSpPr>
            <a:spLocks noGrp="1"/>
          </p:cNvSpPr>
          <p:nvPr>
            <p:ph type="title"/>
          </p:nvPr>
        </p:nvSpPr>
        <p:spPr>
          <a:xfrm>
            <a:off x="594360" y="584005"/>
            <a:ext cx="10972800" cy="1188720"/>
          </a:xfrm>
        </p:spPr>
        <p:txBody>
          <a:bodyPr rtlCol="0"/>
          <a:lstStyle>
            <a:defPPr>
              <a:defRPr lang="it-IT"/>
            </a:defPPr>
          </a:lstStyle>
          <a:p>
            <a:pPr rtl="0"/>
            <a:r>
              <a:rPr lang="it-IT" dirty="0"/>
              <a:t>Fuse </a:t>
            </a:r>
            <a:r>
              <a:rPr lang="it-IT" dirty="0" err="1"/>
              <a:t>metrics</a:t>
            </a:r>
            <a:endParaRPr lang="it-IT" dirty="0"/>
          </a:p>
        </p:txBody>
      </p:sp>
      <p:graphicFrame>
        <p:nvGraphicFramePr>
          <p:cNvPr id="4" name="Segnaposto tabella 3">
            <a:extLst>
              <a:ext uri="{FF2B5EF4-FFF2-40B4-BE49-F238E27FC236}">
                <a16:creationId xmlns:a16="http://schemas.microsoft.com/office/drawing/2014/main" id="{4D1FB21E-CCFB-8E64-064C-DB8195F86847}"/>
              </a:ext>
            </a:extLst>
          </p:cNvPr>
          <p:cNvGraphicFramePr>
            <a:graphicFrameLocks noGrp="1"/>
          </p:cNvGraphicFramePr>
          <p:nvPr>
            <p:ph type="tbl" sz="quarter" idx="10"/>
            <p:extLst>
              <p:ext uri="{D42A27DB-BD31-4B8C-83A1-F6EECF244321}">
                <p14:modId xmlns:p14="http://schemas.microsoft.com/office/powerpoint/2010/main" val="1265857021"/>
              </p:ext>
            </p:extLst>
          </p:nvPr>
        </p:nvGraphicFramePr>
        <p:xfrm>
          <a:off x="593725" y="2628900"/>
          <a:ext cx="10991080" cy="3568134"/>
        </p:xfrm>
        <a:graphic>
          <a:graphicData uri="http://schemas.openxmlformats.org/drawingml/2006/table">
            <a:tbl>
              <a:tblPr firstRow="1" bandRow="1">
                <a:tableStyleId>{69CF1AB2-1976-4502-BF36-3FF5EA218861}</a:tableStyleId>
              </a:tblPr>
              <a:tblGrid>
                <a:gridCol w="5168720">
                  <a:extLst>
                    <a:ext uri="{9D8B030D-6E8A-4147-A177-3AD203B41FA5}">
                      <a16:colId xmlns:a16="http://schemas.microsoft.com/office/drawing/2014/main" val="2382218087"/>
                    </a:ext>
                  </a:extLst>
                </a:gridCol>
                <a:gridCol w="2139351">
                  <a:extLst>
                    <a:ext uri="{9D8B030D-6E8A-4147-A177-3AD203B41FA5}">
                      <a16:colId xmlns:a16="http://schemas.microsoft.com/office/drawing/2014/main" val="3953468724"/>
                    </a:ext>
                  </a:extLst>
                </a:gridCol>
                <a:gridCol w="1854679">
                  <a:extLst>
                    <a:ext uri="{9D8B030D-6E8A-4147-A177-3AD203B41FA5}">
                      <a16:colId xmlns:a16="http://schemas.microsoft.com/office/drawing/2014/main" val="4277526474"/>
                    </a:ext>
                  </a:extLst>
                </a:gridCol>
                <a:gridCol w="1828330">
                  <a:extLst>
                    <a:ext uri="{9D8B030D-6E8A-4147-A177-3AD203B41FA5}">
                      <a16:colId xmlns:a16="http://schemas.microsoft.com/office/drawing/2014/main" val="2438884888"/>
                    </a:ext>
                  </a:extLst>
                </a:gridCol>
              </a:tblGrid>
              <a:tr h="594689">
                <a:tc>
                  <a:txBody>
                    <a:bodyPr/>
                    <a:lstStyle>
                      <a:defPPr>
                        <a:defRPr lang="it-IT"/>
                      </a:defPPr>
                    </a:lstStyle>
                    <a:p>
                      <a:pPr algn="ctr" rtl="0"/>
                      <a:r>
                        <a:rPr lang="it-IT" dirty="0" err="1">
                          <a:solidFill>
                            <a:schemeClr val="bg1"/>
                          </a:solidFill>
                          <a:latin typeface="+mj-lt"/>
                        </a:rPr>
                        <a:t>Metric</a:t>
                      </a:r>
                      <a:endParaRPr lang="it-IT" dirty="0">
                        <a:solidFill>
                          <a:schemeClr val="bg1"/>
                        </a:solidFill>
                        <a:latin typeface="+mj-lt"/>
                      </a:endParaRPr>
                    </a:p>
                  </a:txBody>
                  <a:tcPr anchor="ctr"/>
                </a:tc>
                <a:tc>
                  <a:txBody>
                    <a:bodyPr/>
                    <a:lstStyle>
                      <a:defPPr>
                        <a:defRPr lang="it-IT"/>
                      </a:defPPr>
                    </a:lstStyle>
                    <a:p>
                      <a:pPr algn="ctr" rtl="0"/>
                      <a:r>
                        <a:rPr lang="it-IT" dirty="0">
                          <a:solidFill>
                            <a:schemeClr val="bg1"/>
                          </a:solidFill>
                          <a:latin typeface="+mj-lt"/>
                        </a:rPr>
                        <a:t>Misure</a:t>
                      </a:r>
                    </a:p>
                  </a:txBody>
                  <a:tcPr anchor="ctr"/>
                </a:tc>
                <a:tc>
                  <a:txBody>
                    <a:bodyPr/>
                    <a:lstStyle>
                      <a:defPPr>
                        <a:defRPr lang="it-IT"/>
                      </a:defPPr>
                    </a:lstStyle>
                    <a:p>
                      <a:pPr algn="ctr" rtl="0"/>
                      <a:r>
                        <a:rPr lang="it-IT" dirty="0">
                          <a:solidFill>
                            <a:schemeClr val="bg1"/>
                          </a:solidFill>
                          <a:latin typeface="+mj-lt"/>
                        </a:rPr>
                        <a:t>Group A</a:t>
                      </a:r>
                    </a:p>
                  </a:txBody>
                  <a:tcPr anchor="ctr"/>
                </a:tc>
                <a:tc>
                  <a:txBody>
                    <a:bodyPr/>
                    <a:lstStyle>
                      <a:defPPr>
                        <a:defRPr lang="it-IT"/>
                      </a:defPPr>
                    </a:lstStyle>
                    <a:p>
                      <a:pPr algn="ctr" rtl="0"/>
                      <a:r>
                        <a:rPr lang="it-IT" dirty="0">
                          <a:solidFill>
                            <a:schemeClr val="bg1"/>
                          </a:solidFill>
                          <a:latin typeface="+mj-lt"/>
                        </a:rPr>
                        <a:t>Group B</a:t>
                      </a:r>
                    </a:p>
                  </a:txBody>
                  <a:tcPr anchor="ctr"/>
                </a:tc>
                <a:extLst>
                  <a:ext uri="{0D108BD9-81ED-4DB2-BD59-A6C34878D82A}">
                    <a16:rowId xmlns:a16="http://schemas.microsoft.com/office/drawing/2014/main" val="2857107962"/>
                  </a:ext>
                </a:extLst>
              </a:tr>
              <a:tr h="594689">
                <a:tc>
                  <a:txBody>
                    <a:bodyPr/>
                    <a:lstStyle>
                      <a:defPPr>
                        <a:defRPr lang="it-IT"/>
                      </a:defPPr>
                    </a:lstStyle>
                    <a:p>
                      <a:pPr algn="l" rtl="0"/>
                      <a:r>
                        <a:rPr lang="en-US" u="none" dirty="0"/>
                        <a:t>Email unsubscribe rate</a:t>
                      </a:r>
                      <a:endParaRPr lang="it-IT" u="none" dirty="0"/>
                    </a:p>
                  </a:txBody>
                  <a:tcPr anchor="ctr"/>
                </a:tc>
                <a:tc>
                  <a:txBody>
                    <a:bodyPr/>
                    <a:lstStyle>
                      <a:defPPr>
                        <a:defRPr lang="it-IT"/>
                      </a:defPPr>
                    </a:lstStyle>
                    <a:p>
                      <a:pPr algn="ctr" rtl="0"/>
                      <a:r>
                        <a:rPr lang="it-IT" dirty="0"/>
                        <a:t>%</a:t>
                      </a:r>
                    </a:p>
                  </a:txBody>
                  <a:tcPr anchor="ctr"/>
                </a:tc>
                <a:tc>
                  <a:txBody>
                    <a:bodyPr/>
                    <a:lstStyle>
                      <a:defPPr>
                        <a:defRPr lang="it-IT"/>
                      </a:defPPr>
                    </a:lstStyle>
                    <a:p>
                      <a:pPr algn="ctr" rtl="0"/>
                      <a:endParaRPr lang="it-IT" dirty="0"/>
                    </a:p>
                  </a:txBody>
                  <a:tcPr anchor="ctr"/>
                </a:tc>
                <a:tc>
                  <a:txBody>
                    <a:bodyPr/>
                    <a:lstStyle>
                      <a:defPPr>
                        <a:defRPr lang="it-IT"/>
                      </a:defPPr>
                    </a:lstStyle>
                    <a:p>
                      <a:pPr algn="ctr" rtl="0"/>
                      <a:endParaRPr lang="it-IT"/>
                    </a:p>
                  </a:txBody>
                  <a:tcPr anchor="ctr"/>
                </a:tc>
                <a:extLst>
                  <a:ext uri="{0D108BD9-81ED-4DB2-BD59-A6C34878D82A}">
                    <a16:rowId xmlns:a16="http://schemas.microsoft.com/office/drawing/2014/main" val="1671386868"/>
                  </a:ext>
                </a:extLst>
              </a:tr>
              <a:tr h="594689">
                <a:tc>
                  <a:txBody>
                    <a:bodyPr/>
                    <a:lstStyle>
                      <a:defPPr>
                        <a:defRPr lang="it-IT"/>
                      </a:defPPr>
                    </a:lstStyle>
                    <a:p>
                      <a:pPr algn="l" rtl="0"/>
                      <a:r>
                        <a:rPr lang="en-US" u="none" dirty="0"/>
                        <a:t>Email bounce rate</a:t>
                      </a:r>
                      <a:endParaRPr lang="it-IT" u="none" dirty="0"/>
                    </a:p>
                  </a:txBody>
                  <a:tcPr anchor="ctr"/>
                </a:tc>
                <a:tc>
                  <a:txBody>
                    <a:bodyPr/>
                    <a:lstStyle>
                      <a:defPPr>
                        <a:defRPr lang="it-IT"/>
                      </a:defPPr>
                    </a:lstStyle>
                    <a:p>
                      <a:pPr algn="ctr" rtl="0"/>
                      <a:r>
                        <a:rPr lang="it-IT" dirty="0"/>
                        <a:t>%</a:t>
                      </a:r>
                    </a:p>
                  </a:txBody>
                  <a:tcPr anchor="ctr"/>
                </a:tc>
                <a:tc>
                  <a:txBody>
                    <a:bodyPr/>
                    <a:lstStyle>
                      <a:defPPr>
                        <a:defRPr lang="it-IT"/>
                      </a:defPPr>
                    </a:lstStyle>
                    <a:p>
                      <a:pPr algn="ctr" rtl="0"/>
                      <a:endParaRPr lang="it-IT"/>
                    </a:p>
                  </a:txBody>
                  <a:tcPr anchor="ctr"/>
                </a:tc>
                <a:tc>
                  <a:txBody>
                    <a:bodyPr/>
                    <a:lstStyle>
                      <a:defPPr>
                        <a:defRPr lang="it-IT"/>
                      </a:defPPr>
                    </a:lstStyle>
                    <a:p>
                      <a:pPr algn="ctr" rtl="0"/>
                      <a:endParaRPr lang="it-IT"/>
                    </a:p>
                  </a:txBody>
                  <a:tcPr anchor="ctr"/>
                </a:tc>
                <a:extLst>
                  <a:ext uri="{0D108BD9-81ED-4DB2-BD59-A6C34878D82A}">
                    <a16:rowId xmlns:a16="http://schemas.microsoft.com/office/drawing/2014/main" val="380626418"/>
                  </a:ext>
                </a:extLst>
              </a:tr>
              <a:tr h="594689">
                <a:tc>
                  <a:txBody>
                    <a:bodyPr/>
                    <a:lstStyle>
                      <a:defPPr>
                        <a:defRPr lang="it-IT"/>
                      </a:defPPr>
                    </a:lstStyle>
                    <a:p>
                      <a:pPr algn="l" rtl="0"/>
                      <a:r>
                        <a:rPr lang="en-US" u="none" dirty="0"/>
                        <a:t>Platform abandonment rate</a:t>
                      </a:r>
                      <a:endParaRPr lang="it-IT" dirty="0"/>
                    </a:p>
                  </a:txBody>
                  <a:tcPr anchor="ctr"/>
                </a:tc>
                <a:tc>
                  <a:txBody>
                    <a:bodyPr/>
                    <a:lstStyle>
                      <a:defPPr>
                        <a:defRPr lang="it-IT"/>
                      </a:defPPr>
                    </a:lstStyle>
                    <a:p>
                      <a:pPr algn="ctr" rtl="0"/>
                      <a:r>
                        <a:rPr lang="it-IT" dirty="0"/>
                        <a:t>%</a:t>
                      </a:r>
                    </a:p>
                  </a:txBody>
                  <a:tcPr anchor="ctr"/>
                </a:tc>
                <a:tc>
                  <a:txBody>
                    <a:bodyPr/>
                    <a:lstStyle>
                      <a:defPPr>
                        <a:defRPr lang="it-IT"/>
                      </a:defPPr>
                    </a:lstStyle>
                    <a:p>
                      <a:pPr algn="ctr" rtl="0"/>
                      <a:endParaRPr lang="it-IT" dirty="0"/>
                    </a:p>
                  </a:txBody>
                  <a:tcPr anchor="ctr"/>
                </a:tc>
                <a:tc>
                  <a:txBody>
                    <a:bodyPr/>
                    <a:lstStyle>
                      <a:defPPr>
                        <a:defRPr lang="it-IT"/>
                      </a:defPPr>
                    </a:lstStyle>
                    <a:p>
                      <a:pPr algn="ctr" rtl="0"/>
                      <a:endParaRPr lang="it-IT"/>
                    </a:p>
                  </a:txBody>
                  <a:tcPr anchor="ctr"/>
                </a:tc>
                <a:extLst>
                  <a:ext uri="{0D108BD9-81ED-4DB2-BD59-A6C34878D82A}">
                    <a16:rowId xmlns:a16="http://schemas.microsoft.com/office/drawing/2014/main" val="2132482967"/>
                  </a:ext>
                </a:extLst>
              </a:tr>
              <a:tr h="594689">
                <a:tc>
                  <a:txBody>
                    <a:bodyPr/>
                    <a:lstStyle>
                      <a:defPPr>
                        <a:defRPr lang="it-IT"/>
                      </a:defPPr>
                    </a:lstStyle>
                    <a:p>
                      <a:pPr algn="l" rtl="0"/>
                      <a:r>
                        <a:rPr lang="en-US" u="none" dirty="0"/>
                        <a:t>Email spam reporting</a:t>
                      </a:r>
                      <a:endParaRPr lang="it-IT" u="none" dirty="0"/>
                    </a:p>
                  </a:txBody>
                  <a:tcPr anchor="ctr"/>
                </a:tc>
                <a:tc>
                  <a:txBody>
                    <a:bodyPr/>
                    <a:lstStyle>
                      <a:defPPr>
                        <a:defRPr lang="it-IT"/>
                      </a:defPPr>
                    </a:lstStyle>
                    <a:p>
                      <a:pPr algn="ctr" rtl="0"/>
                      <a:r>
                        <a:rPr lang="it-IT" dirty="0"/>
                        <a:t>%</a:t>
                      </a:r>
                    </a:p>
                  </a:txBody>
                  <a:tcPr anchor="ctr"/>
                </a:tc>
                <a:tc>
                  <a:txBody>
                    <a:bodyPr/>
                    <a:lstStyle>
                      <a:defPPr>
                        <a:defRPr lang="it-IT"/>
                      </a:defPPr>
                    </a:lstStyle>
                    <a:p>
                      <a:pPr algn="ctr" rtl="0"/>
                      <a:endParaRPr lang="it-IT" dirty="0"/>
                    </a:p>
                  </a:txBody>
                  <a:tcPr anchor="ctr"/>
                </a:tc>
                <a:tc>
                  <a:txBody>
                    <a:bodyPr/>
                    <a:lstStyle>
                      <a:defPPr>
                        <a:defRPr lang="it-IT"/>
                      </a:defPPr>
                    </a:lstStyle>
                    <a:p>
                      <a:pPr algn="ctr" rtl="0"/>
                      <a:endParaRPr lang="it-IT"/>
                    </a:p>
                  </a:txBody>
                  <a:tcPr anchor="ctr"/>
                </a:tc>
                <a:extLst>
                  <a:ext uri="{0D108BD9-81ED-4DB2-BD59-A6C34878D82A}">
                    <a16:rowId xmlns:a16="http://schemas.microsoft.com/office/drawing/2014/main" val="3936251906"/>
                  </a:ext>
                </a:extLst>
              </a:tr>
              <a:tr h="594689">
                <a:tc>
                  <a:txBody>
                    <a:bodyPr/>
                    <a:lstStyle>
                      <a:defPPr>
                        <a:defRPr lang="it-IT"/>
                      </a:defPPr>
                    </a:lstStyle>
                    <a:p>
                      <a:pPr algn="l" rtl="0"/>
                      <a:r>
                        <a:rPr lang="en-US" u="none" dirty="0"/>
                        <a:t>Site performance and load times</a:t>
                      </a:r>
                      <a:endParaRPr lang="it-IT" u="none" dirty="0"/>
                    </a:p>
                  </a:txBody>
                  <a:tcPr anchor="ctr"/>
                </a:tc>
                <a:tc>
                  <a:txBody>
                    <a:bodyPr/>
                    <a:lstStyle>
                      <a:defPPr>
                        <a:defRPr lang="it-IT"/>
                      </a:defPPr>
                    </a:lstStyle>
                    <a:p>
                      <a:pPr algn="ctr" rtl="0"/>
                      <a:r>
                        <a:rPr lang="it-IT" dirty="0"/>
                        <a:t>sec</a:t>
                      </a:r>
                    </a:p>
                  </a:txBody>
                  <a:tcPr anchor="ctr"/>
                </a:tc>
                <a:tc>
                  <a:txBody>
                    <a:bodyPr/>
                    <a:lstStyle>
                      <a:defPPr>
                        <a:defRPr lang="it-IT"/>
                      </a:defPPr>
                    </a:lstStyle>
                    <a:p>
                      <a:pPr algn="ctr" rtl="0"/>
                      <a:endParaRPr lang="it-IT" dirty="0"/>
                    </a:p>
                  </a:txBody>
                  <a:tcPr anchor="ctr"/>
                </a:tc>
                <a:tc>
                  <a:txBody>
                    <a:bodyPr/>
                    <a:lstStyle>
                      <a:defPPr>
                        <a:defRPr lang="it-IT"/>
                      </a:defPPr>
                    </a:lstStyle>
                    <a:p>
                      <a:pPr algn="ctr" rtl="0"/>
                      <a:endParaRPr lang="it-IT" dirty="0"/>
                    </a:p>
                  </a:txBody>
                  <a:tcPr anchor="ctr"/>
                </a:tc>
                <a:extLst>
                  <a:ext uri="{0D108BD9-81ED-4DB2-BD59-A6C34878D82A}">
                    <a16:rowId xmlns:a16="http://schemas.microsoft.com/office/drawing/2014/main" val="568537164"/>
                  </a:ext>
                </a:extLst>
              </a:tr>
            </a:tbl>
          </a:graphicData>
        </a:graphic>
      </p:graphicFrame>
    </p:spTree>
    <p:extLst>
      <p:ext uri="{BB962C8B-B14F-4D97-AF65-F5344CB8AC3E}">
        <p14:creationId xmlns:p14="http://schemas.microsoft.com/office/powerpoint/2010/main" val="7524286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810C1B7-6E4E-3DEE-50C0-1CA3B14303EE}"/>
              </a:ext>
            </a:extLst>
          </p:cNvPr>
          <p:cNvSpPr>
            <a:spLocks noGrp="1"/>
          </p:cNvSpPr>
          <p:nvPr>
            <p:ph type="ctrTitle"/>
          </p:nvPr>
        </p:nvSpPr>
        <p:spPr>
          <a:xfrm>
            <a:off x="594359" y="411479"/>
            <a:ext cx="7367821" cy="3291840"/>
          </a:xfrm>
        </p:spPr>
        <p:txBody>
          <a:bodyPr rtlCol="0"/>
          <a:lstStyle>
            <a:defPPr>
              <a:defRPr lang="it-IT"/>
            </a:defPPr>
          </a:lstStyle>
          <a:p>
            <a:r>
              <a:rPr lang="en-US" sz="4400" dirty="0"/>
              <a:t>Thank you for your attention</a:t>
            </a:r>
            <a:endParaRPr lang="it-IT" sz="4400" dirty="0"/>
          </a:p>
        </p:txBody>
      </p:sp>
    </p:spTree>
    <p:extLst>
      <p:ext uri="{BB962C8B-B14F-4D97-AF65-F5344CB8AC3E}">
        <p14:creationId xmlns:p14="http://schemas.microsoft.com/office/powerpoint/2010/main" val="4261132419"/>
      </p:ext>
    </p:extLst>
  </p:cSld>
  <p:clrMapOvr>
    <a:masterClrMapping/>
  </p:clrMapOvr>
</p:sld>
</file>

<file path=ppt/theme/theme1.xml><?xml version="1.0" encoding="utf-8"?>
<a:theme xmlns:a="http://schemas.openxmlformats.org/drawingml/2006/main" name="Personalizzata">
  <a:themeElements>
    <a:clrScheme name="Swiss">
      <a:dk1>
        <a:srgbClr val="000000"/>
      </a:dk1>
      <a:lt1>
        <a:srgbClr val="FFFFFF"/>
      </a:lt1>
      <a:dk2>
        <a:srgbClr val="E4E4E4"/>
      </a:dk2>
      <a:lt2>
        <a:srgbClr val="7CA655"/>
      </a:lt2>
      <a:accent1>
        <a:srgbClr val="A9D4DB"/>
      </a:accent1>
      <a:accent2>
        <a:srgbClr val="FBE284"/>
      </a:accent2>
      <a:accent3>
        <a:srgbClr val="4495A2"/>
      </a:accent3>
      <a:accent4>
        <a:srgbClr val="AA5881"/>
      </a:accent4>
      <a:accent5>
        <a:srgbClr val="E06742"/>
      </a:accent5>
      <a:accent6>
        <a:srgbClr val="F9D448"/>
      </a:accent6>
      <a:hlink>
        <a:srgbClr val="4495A2"/>
      </a:hlink>
      <a:folHlink>
        <a:srgbClr val="AA5881"/>
      </a:folHlink>
    </a:clrScheme>
    <a:fontScheme name="Custom 175">
      <a:majorFont>
        <a:latin typeface="Franklin Gothic Demi"/>
        <a:ea typeface=""/>
        <a:cs typeface=""/>
      </a:majorFont>
      <a:minorFont>
        <a:latin typeface="Franklin Gothic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72332794_TF78853419_Win32" id="{3ED6E92A-08EA-49C8-8CDD-3C359BC72750}" vid="{18A8D122-DF74-4B77-85CD-55A103CD41CE}"/>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Background xmlns="71af3243-3dd4-4a8d-8c0d-dd76da1f02a5">false</Background>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F4B194E-8B30-4377-8C59-ECFB902D2A26}">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customXml/itemProps2.xml><?xml version="1.0" encoding="utf-8"?>
<ds:datastoreItem xmlns:ds="http://schemas.openxmlformats.org/officeDocument/2006/customXml" ds:itemID="{C21FFAC0-05A2-416A-B06C-C248395482CF}">
  <ds:schemaRefs>
    <ds:schemaRef ds:uri="http://schemas.microsoft.com/sharepoint/v3/contenttype/forms"/>
  </ds:schemaRefs>
</ds:datastoreItem>
</file>

<file path=customXml/itemProps3.xml><?xml version="1.0" encoding="utf-8"?>
<ds:datastoreItem xmlns:ds="http://schemas.openxmlformats.org/officeDocument/2006/customXml" ds:itemID="{92DB9E12-8AC3-4138-BF4D-720A5525AB1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{7CF12F42-20E7-4632-9AC6-8172A803B3F5}tf78853419_win32</Template>
  <TotalTime>81</TotalTime>
  <Words>494</Words>
  <Application>Microsoft Office PowerPoint</Application>
  <PresentationFormat>Widescreen</PresentationFormat>
  <Paragraphs>100</Paragraphs>
  <Slides>15</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Franklin Gothic Book</vt:lpstr>
      <vt:lpstr>Franklin Gothic Demi</vt:lpstr>
      <vt:lpstr>Personalizzata</vt:lpstr>
      <vt:lpstr>Netflix Killer A/B Testing Infographics</vt:lpstr>
      <vt:lpstr>Agenda</vt:lpstr>
      <vt:lpstr>Context</vt:lpstr>
      <vt:lpstr>Context: Current state</vt:lpstr>
      <vt:lpstr>Context: Suggestion for improvement</vt:lpstr>
      <vt:lpstr>Hypothesis</vt:lpstr>
      <vt:lpstr>Change</vt:lpstr>
      <vt:lpstr>Change: A/B test description</vt:lpstr>
      <vt:lpstr>Metrics</vt:lpstr>
      <vt:lpstr>Main metric</vt:lpstr>
      <vt:lpstr>Interest metrics</vt:lpstr>
      <vt:lpstr>Main &amp; interest metrics</vt:lpstr>
      <vt:lpstr>Fuse metrics</vt:lpstr>
      <vt:lpstr>Fuse metrics</vt:lpstr>
      <vt:lpstr>Thank you for your attention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Dmytro Gavrylchenko</dc:creator>
  <cp:lastModifiedBy>Dmytro Gavrylchenko</cp:lastModifiedBy>
  <cp:revision>6</cp:revision>
  <dcterms:created xsi:type="dcterms:W3CDTF">2025-07-31T13:50:10Z</dcterms:created>
  <dcterms:modified xsi:type="dcterms:W3CDTF">2025-07-31T15:11:49Z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