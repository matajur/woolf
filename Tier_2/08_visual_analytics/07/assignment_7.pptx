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256" r:id="rId5"/>
  </p:sldIdLst>
  <p:sldSz cx="12192000" cy="6858000"/>
  <p:notesSz cx="6858000" cy="9144000"/>
  <p:defaultTextStyle>
    <a:defPPr rtl="0"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8" autoAdjust="0"/>
    <p:restoredTop sz="94679" autoAdjust="0"/>
  </p:normalViewPr>
  <p:slideViewPr>
    <p:cSldViewPr snapToGrid="0" showGuides="1">
      <p:cViewPr varScale="1">
        <p:scale>
          <a:sx n="106" d="100"/>
          <a:sy n="106" d="100"/>
        </p:scale>
        <p:origin x="120" y="10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054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33FC0671-92F6-4B19-9005-4CEDAFDB4E2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3908C90B-3BCB-4636-B5B9-5A1351502D8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E1BB6924-ECB7-4CE7-9380-1CCFE35811BB}" type="datetime1">
              <a:rPr lang="it-IT" smtClean="0"/>
              <a:t>08/06/2025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C09C60C8-DCB2-4F8A-B95D-8EF8D8480C8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EA6A333-9C0D-4501-B724-BB7B44F5188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91B89E-D4E2-49E2-B37B-FD43EE55371F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246295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it-IT" noProof="0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0173D9C-A1F5-496B-92DC-D1BD65AB3C9E}" type="datetime1">
              <a:rPr lang="it-IT" noProof="0" smtClean="0"/>
              <a:t>08/06/2025</a:t>
            </a:fld>
            <a:endParaRPr lang="it-IT" noProof="0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it-IT" noProof="0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it-IT" noProof="0"/>
              <a:t>Modifica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it-IT" noProof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289172D1-EF1A-4A21-BDC1-CA0B2D3C344B}" type="slidenum">
              <a:rPr lang="it-IT" noProof="0" smtClean="0"/>
              <a:t>‹#›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74944924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289172D1-EF1A-4A21-BDC1-CA0B2D3C344B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898134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3" name="Connettore diritto 72">
            <a:extLst>
              <a:ext uri="{FF2B5EF4-FFF2-40B4-BE49-F238E27FC236}">
                <a16:creationId xmlns:a16="http://schemas.microsoft.com/office/drawing/2014/main" id="{3B25E3D6-2A2E-464A-8CB9-910A73E922D2}"/>
              </a:ext>
            </a:extLst>
          </p:cNvPr>
          <p:cNvCxnSpPr/>
          <p:nvPr userDrawn="1"/>
        </p:nvCxnSpPr>
        <p:spPr>
          <a:xfrm>
            <a:off x="1226359" y="4878388"/>
            <a:ext cx="9736242" cy="0"/>
          </a:xfrm>
          <a:prstGeom prst="line">
            <a:avLst/>
          </a:prstGeom>
          <a:ln w="36068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0" name="Gruppo 79">
            <a:extLst>
              <a:ext uri="{FF2B5EF4-FFF2-40B4-BE49-F238E27FC236}">
                <a16:creationId xmlns:a16="http://schemas.microsoft.com/office/drawing/2014/main" id="{7AC1507B-4D7E-4A03-BD68-719F3B4FFFFE}"/>
              </a:ext>
            </a:extLst>
          </p:cNvPr>
          <p:cNvGrpSpPr/>
          <p:nvPr userDrawn="1"/>
        </p:nvGrpSpPr>
        <p:grpSpPr>
          <a:xfrm>
            <a:off x="1098343" y="3580937"/>
            <a:ext cx="256032" cy="1426311"/>
            <a:chOff x="1098343" y="3580937"/>
            <a:chExt cx="256032" cy="1426311"/>
          </a:xfrm>
        </p:grpSpPr>
        <p:cxnSp>
          <p:nvCxnSpPr>
            <p:cNvPr id="36" name="Connettore diritto 35">
              <a:extLst>
                <a:ext uri="{FF2B5EF4-FFF2-40B4-BE49-F238E27FC236}">
                  <a16:creationId xmlns:a16="http://schemas.microsoft.com/office/drawing/2014/main" id="{F344BED5-CC6A-4BE9-A525-8E8D0064488A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563419" y="4243877"/>
              <a:ext cx="1325880" cy="0"/>
            </a:xfrm>
            <a:prstGeom prst="line">
              <a:avLst/>
            </a:prstGeom>
            <a:ln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Ovale 36">
              <a:extLst>
                <a:ext uri="{FF2B5EF4-FFF2-40B4-BE49-F238E27FC236}">
                  <a16:creationId xmlns:a16="http://schemas.microsoft.com/office/drawing/2014/main" id="{A2C7B801-E8A3-4356-8E6E-5A82DA9E1443}"/>
                </a:ext>
              </a:extLst>
            </p:cNvPr>
            <p:cNvSpPr/>
            <p:nvPr userDrawn="1"/>
          </p:nvSpPr>
          <p:spPr>
            <a:xfrm>
              <a:off x="1098343" y="4751216"/>
              <a:ext cx="256032" cy="25603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it-IT" noProof="0"/>
            </a:p>
          </p:txBody>
        </p:sp>
      </p:grpSp>
      <p:grpSp>
        <p:nvGrpSpPr>
          <p:cNvPr id="38" name="Gruppo 37">
            <a:extLst>
              <a:ext uri="{FF2B5EF4-FFF2-40B4-BE49-F238E27FC236}">
                <a16:creationId xmlns:a16="http://schemas.microsoft.com/office/drawing/2014/main" id="{BEB49D06-EF63-4C3A-910B-CB6831B16C9D}"/>
              </a:ext>
            </a:extLst>
          </p:cNvPr>
          <p:cNvGrpSpPr/>
          <p:nvPr userDrawn="1"/>
        </p:nvGrpSpPr>
        <p:grpSpPr>
          <a:xfrm>
            <a:off x="1995041" y="4439619"/>
            <a:ext cx="128016" cy="502920"/>
            <a:chOff x="1973856" y="4439619"/>
            <a:chExt cx="128016" cy="502920"/>
          </a:xfrm>
        </p:grpSpPr>
        <p:cxnSp>
          <p:nvCxnSpPr>
            <p:cNvPr id="32" name="Connettore diritto 31">
              <a:extLst>
                <a:ext uri="{FF2B5EF4-FFF2-40B4-BE49-F238E27FC236}">
                  <a16:creationId xmlns:a16="http://schemas.microsoft.com/office/drawing/2014/main" id="{327E53F1-5E20-4EC7-87CF-EB6E9FDE9F12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1818408" y="4659075"/>
              <a:ext cx="438912" cy="0"/>
            </a:xfrm>
            <a:prstGeom prst="line">
              <a:avLst/>
            </a:prstGeom>
            <a:ln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Ovale 32">
              <a:extLst>
                <a:ext uri="{FF2B5EF4-FFF2-40B4-BE49-F238E27FC236}">
                  <a16:creationId xmlns:a16="http://schemas.microsoft.com/office/drawing/2014/main" id="{4C87D9C1-E63A-4E7F-A2F2-B9441DFAFE6B}"/>
                </a:ext>
              </a:extLst>
            </p:cNvPr>
            <p:cNvSpPr/>
            <p:nvPr userDrawn="1"/>
          </p:nvSpPr>
          <p:spPr>
            <a:xfrm>
              <a:off x="1973856" y="4814523"/>
              <a:ext cx="128016" cy="12801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it-IT" noProof="0"/>
            </a:p>
          </p:txBody>
        </p:sp>
      </p:grpSp>
      <p:grpSp>
        <p:nvGrpSpPr>
          <p:cNvPr id="39" name="Gruppo 38">
            <a:extLst>
              <a:ext uri="{FF2B5EF4-FFF2-40B4-BE49-F238E27FC236}">
                <a16:creationId xmlns:a16="http://schemas.microsoft.com/office/drawing/2014/main" id="{4FA409AA-6816-4FFF-BA25-BAD4447A906F}"/>
              </a:ext>
            </a:extLst>
          </p:cNvPr>
          <p:cNvGrpSpPr/>
          <p:nvPr userDrawn="1"/>
        </p:nvGrpSpPr>
        <p:grpSpPr>
          <a:xfrm>
            <a:off x="2785120" y="4439619"/>
            <a:ext cx="128016" cy="502920"/>
            <a:chOff x="1973856" y="4439619"/>
            <a:chExt cx="128016" cy="502920"/>
          </a:xfrm>
        </p:grpSpPr>
        <p:cxnSp>
          <p:nvCxnSpPr>
            <p:cNvPr id="40" name="Connettore diritto 39">
              <a:extLst>
                <a:ext uri="{FF2B5EF4-FFF2-40B4-BE49-F238E27FC236}">
                  <a16:creationId xmlns:a16="http://schemas.microsoft.com/office/drawing/2014/main" id="{5CA6520F-1760-430A-B65E-C626CFF2F72B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1818408" y="4659075"/>
              <a:ext cx="438912" cy="0"/>
            </a:xfrm>
            <a:prstGeom prst="line">
              <a:avLst/>
            </a:prstGeom>
            <a:ln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Ovale 40">
              <a:extLst>
                <a:ext uri="{FF2B5EF4-FFF2-40B4-BE49-F238E27FC236}">
                  <a16:creationId xmlns:a16="http://schemas.microsoft.com/office/drawing/2014/main" id="{39843C49-812F-4AC4-8759-BFA1B2C480FD}"/>
                </a:ext>
              </a:extLst>
            </p:cNvPr>
            <p:cNvSpPr/>
            <p:nvPr userDrawn="1"/>
          </p:nvSpPr>
          <p:spPr>
            <a:xfrm>
              <a:off x="1973856" y="4814523"/>
              <a:ext cx="128016" cy="12801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it-IT" noProof="0"/>
            </a:p>
          </p:txBody>
        </p:sp>
      </p:grpSp>
      <p:grpSp>
        <p:nvGrpSpPr>
          <p:cNvPr id="42" name="Gruppo 41">
            <a:extLst>
              <a:ext uri="{FF2B5EF4-FFF2-40B4-BE49-F238E27FC236}">
                <a16:creationId xmlns:a16="http://schemas.microsoft.com/office/drawing/2014/main" id="{4C21F7E2-F666-48FA-AABB-65E011391734}"/>
              </a:ext>
            </a:extLst>
          </p:cNvPr>
          <p:cNvGrpSpPr/>
          <p:nvPr userDrawn="1"/>
        </p:nvGrpSpPr>
        <p:grpSpPr>
          <a:xfrm>
            <a:off x="4411766" y="4439619"/>
            <a:ext cx="128016" cy="502920"/>
            <a:chOff x="1973856" y="4439619"/>
            <a:chExt cx="128016" cy="502920"/>
          </a:xfrm>
        </p:grpSpPr>
        <p:cxnSp>
          <p:nvCxnSpPr>
            <p:cNvPr id="43" name="Connettore diritto 42">
              <a:extLst>
                <a:ext uri="{FF2B5EF4-FFF2-40B4-BE49-F238E27FC236}">
                  <a16:creationId xmlns:a16="http://schemas.microsoft.com/office/drawing/2014/main" id="{D8569AFA-3030-46B5-8C96-BBA5D82A9D78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1818408" y="4659075"/>
              <a:ext cx="438912" cy="0"/>
            </a:xfrm>
            <a:prstGeom prst="line">
              <a:avLst/>
            </a:prstGeom>
            <a:ln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Ovale 43">
              <a:extLst>
                <a:ext uri="{FF2B5EF4-FFF2-40B4-BE49-F238E27FC236}">
                  <a16:creationId xmlns:a16="http://schemas.microsoft.com/office/drawing/2014/main" id="{5F0F0204-329B-4C59-9376-DA2E190A41F2}"/>
                </a:ext>
              </a:extLst>
            </p:cNvPr>
            <p:cNvSpPr/>
            <p:nvPr userDrawn="1"/>
          </p:nvSpPr>
          <p:spPr>
            <a:xfrm>
              <a:off x="1973856" y="4814523"/>
              <a:ext cx="128016" cy="12801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it-IT" noProof="0"/>
            </a:p>
          </p:txBody>
        </p:sp>
      </p:grpSp>
      <p:grpSp>
        <p:nvGrpSpPr>
          <p:cNvPr id="45" name="Gruppo 44">
            <a:extLst>
              <a:ext uri="{FF2B5EF4-FFF2-40B4-BE49-F238E27FC236}">
                <a16:creationId xmlns:a16="http://schemas.microsoft.com/office/drawing/2014/main" id="{FD9007D7-5B92-4731-A39C-F5A6EBB39A0F}"/>
              </a:ext>
            </a:extLst>
          </p:cNvPr>
          <p:cNvGrpSpPr/>
          <p:nvPr userDrawn="1"/>
        </p:nvGrpSpPr>
        <p:grpSpPr>
          <a:xfrm>
            <a:off x="5219453" y="4439619"/>
            <a:ext cx="128016" cy="502920"/>
            <a:chOff x="1973856" y="4439619"/>
            <a:chExt cx="128016" cy="502920"/>
          </a:xfrm>
        </p:grpSpPr>
        <p:cxnSp>
          <p:nvCxnSpPr>
            <p:cNvPr id="46" name="Connettore diritto 45">
              <a:extLst>
                <a:ext uri="{FF2B5EF4-FFF2-40B4-BE49-F238E27FC236}">
                  <a16:creationId xmlns:a16="http://schemas.microsoft.com/office/drawing/2014/main" id="{EEEC3455-89C8-487D-A4AD-5C3E0D6D7378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1818408" y="4659075"/>
              <a:ext cx="438912" cy="0"/>
            </a:xfrm>
            <a:prstGeom prst="line">
              <a:avLst/>
            </a:prstGeom>
            <a:ln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Ovale 46">
              <a:extLst>
                <a:ext uri="{FF2B5EF4-FFF2-40B4-BE49-F238E27FC236}">
                  <a16:creationId xmlns:a16="http://schemas.microsoft.com/office/drawing/2014/main" id="{60D5132D-9C05-4BA1-9DC5-047AD05AFCAD}"/>
                </a:ext>
              </a:extLst>
            </p:cNvPr>
            <p:cNvSpPr/>
            <p:nvPr userDrawn="1"/>
          </p:nvSpPr>
          <p:spPr>
            <a:xfrm>
              <a:off x="1973856" y="4814523"/>
              <a:ext cx="128016" cy="12801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it-IT" noProof="0"/>
            </a:p>
          </p:txBody>
        </p:sp>
      </p:grpSp>
      <p:grpSp>
        <p:nvGrpSpPr>
          <p:cNvPr id="75" name="Gruppo 74">
            <a:extLst>
              <a:ext uri="{FF2B5EF4-FFF2-40B4-BE49-F238E27FC236}">
                <a16:creationId xmlns:a16="http://schemas.microsoft.com/office/drawing/2014/main" id="{E298C5F6-9A26-42A5-8CE6-0AB714917758}"/>
              </a:ext>
            </a:extLst>
          </p:cNvPr>
          <p:cNvGrpSpPr/>
          <p:nvPr userDrawn="1"/>
        </p:nvGrpSpPr>
        <p:grpSpPr>
          <a:xfrm>
            <a:off x="6841493" y="4439619"/>
            <a:ext cx="128016" cy="502920"/>
            <a:chOff x="6841493" y="4439619"/>
            <a:chExt cx="128016" cy="502920"/>
          </a:xfrm>
        </p:grpSpPr>
        <p:cxnSp>
          <p:nvCxnSpPr>
            <p:cNvPr id="49" name="Connettore diritto 48">
              <a:extLst>
                <a:ext uri="{FF2B5EF4-FFF2-40B4-BE49-F238E27FC236}">
                  <a16:creationId xmlns:a16="http://schemas.microsoft.com/office/drawing/2014/main" id="{EECD6B90-8AB5-404B-8C47-296EACB3A748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686045" y="4659075"/>
              <a:ext cx="438912" cy="0"/>
            </a:xfrm>
            <a:prstGeom prst="line">
              <a:avLst/>
            </a:prstGeom>
            <a:ln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Ovale 49">
              <a:extLst>
                <a:ext uri="{FF2B5EF4-FFF2-40B4-BE49-F238E27FC236}">
                  <a16:creationId xmlns:a16="http://schemas.microsoft.com/office/drawing/2014/main" id="{019B7AA1-FBFB-4467-A894-A8493F7A6AA8}"/>
                </a:ext>
              </a:extLst>
            </p:cNvPr>
            <p:cNvSpPr/>
            <p:nvPr userDrawn="1"/>
          </p:nvSpPr>
          <p:spPr>
            <a:xfrm>
              <a:off x="6841493" y="4814523"/>
              <a:ext cx="128016" cy="12801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it-IT" noProof="0"/>
            </a:p>
          </p:txBody>
        </p:sp>
      </p:grpSp>
      <p:grpSp>
        <p:nvGrpSpPr>
          <p:cNvPr id="51" name="Gruppo 50">
            <a:extLst>
              <a:ext uri="{FF2B5EF4-FFF2-40B4-BE49-F238E27FC236}">
                <a16:creationId xmlns:a16="http://schemas.microsoft.com/office/drawing/2014/main" id="{37A216D3-B10A-49A2-91E7-6B15001A3FB0}"/>
              </a:ext>
            </a:extLst>
          </p:cNvPr>
          <p:cNvGrpSpPr/>
          <p:nvPr userDrawn="1"/>
        </p:nvGrpSpPr>
        <p:grpSpPr>
          <a:xfrm>
            <a:off x="7653514" y="4439619"/>
            <a:ext cx="128016" cy="502920"/>
            <a:chOff x="1973856" y="4439619"/>
            <a:chExt cx="128016" cy="502920"/>
          </a:xfrm>
        </p:grpSpPr>
        <p:cxnSp>
          <p:nvCxnSpPr>
            <p:cNvPr id="52" name="Connettore diritto 51">
              <a:extLst>
                <a:ext uri="{FF2B5EF4-FFF2-40B4-BE49-F238E27FC236}">
                  <a16:creationId xmlns:a16="http://schemas.microsoft.com/office/drawing/2014/main" id="{C9539913-F5B6-46CE-8254-5D926DEA5760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1818408" y="4659075"/>
              <a:ext cx="438912" cy="0"/>
            </a:xfrm>
            <a:prstGeom prst="line">
              <a:avLst/>
            </a:prstGeom>
            <a:ln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Ovale 52">
              <a:extLst>
                <a:ext uri="{FF2B5EF4-FFF2-40B4-BE49-F238E27FC236}">
                  <a16:creationId xmlns:a16="http://schemas.microsoft.com/office/drawing/2014/main" id="{111FC251-CB3D-4E38-ACB7-A62B2D60EB47}"/>
                </a:ext>
              </a:extLst>
            </p:cNvPr>
            <p:cNvSpPr/>
            <p:nvPr userDrawn="1"/>
          </p:nvSpPr>
          <p:spPr>
            <a:xfrm>
              <a:off x="1973856" y="4814523"/>
              <a:ext cx="128016" cy="12801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it-IT" noProof="0"/>
            </a:p>
          </p:txBody>
        </p:sp>
      </p:grpSp>
      <p:grpSp>
        <p:nvGrpSpPr>
          <p:cNvPr id="54" name="Gruppo 53">
            <a:extLst>
              <a:ext uri="{FF2B5EF4-FFF2-40B4-BE49-F238E27FC236}">
                <a16:creationId xmlns:a16="http://schemas.microsoft.com/office/drawing/2014/main" id="{33A48BF4-E5AF-426C-B91A-E2874F887DFC}"/>
              </a:ext>
            </a:extLst>
          </p:cNvPr>
          <p:cNvGrpSpPr/>
          <p:nvPr userDrawn="1"/>
        </p:nvGrpSpPr>
        <p:grpSpPr>
          <a:xfrm>
            <a:off x="9275553" y="4439619"/>
            <a:ext cx="128016" cy="502920"/>
            <a:chOff x="1973856" y="4439619"/>
            <a:chExt cx="128016" cy="502920"/>
          </a:xfrm>
        </p:grpSpPr>
        <p:cxnSp>
          <p:nvCxnSpPr>
            <p:cNvPr id="55" name="Connettore diritto 54">
              <a:extLst>
                <a:ext uri="{FF2B5EF4-FFF2-40B4-BE49-F238E27FC236}">
                  <a16:creationId xmlns:a16="http://schemas.microsoft.com/office/drawing/2014/main" id="{43156CFF-0844-4928-96F2-9B7989831CB0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1818408" y="4659075"/>
              <a:ext cx="438912" cy="0"/>
            </a:xfrm>
            <a:prstGeom prst="line">
              <a:avLst/>
            </a:prstGeom>
            <a:ln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Ovale 55">
              <a:extLst>
                <a:ext uri="{FF2B5EF4-FFF2-40B4-BE49-F238E27FC236}">
                  <a16:creationId xmlns:a16="http://schemas.microsoft.com/office/drawing/2014/main" id="{0B7D5F2D-1085-4523-9A56-C2B16A2F0464}"/>
                </a:ext>
              </a:extLst>
            </p:cNvPr>
            <p:cNvSpPr/>
            <p:nvPr userDrawn="1"/>
          </p:nvSpPr>
          <p:spPr>
            <a:xfrm>
              <a:off x="1973856" y="4814523"/>
              <a:ext cx="128016" cy="12801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it-IT" noProof="0"/>
            </a:p>
          </p:txBody>
        </p:sp>
      </p:grpSp>
      <p:grpSp>
        <p:nvGrpSpPr>
          <p:cNvPr id="57" name="Gruppo 56">
            <a:extLst>
              <a:ext uri="{FF2B5EF4-FFF2-40B4-BE49-F238E27FC236}">
                <a16:creationId xmlns:a16="http://schemas.microsoft.com/office/drawing/2014/main" id="{B2166A5C-6403-42D7-8962-0052BEA0363E}"/>
              </a:ext>
            </a:extLst>
          </p:cNvPr>
          <p:cNvGrpSpPr/>
          <p:nvPr userDrawn="1"/>
        </p:nvGrpSpPr>
        <p:grpSpPr>
          <a:xfrm>
            <a:off x="10087574" y="4439619"/>
            <a:ext cx="128016" cy="502920"/>
            <a:chOff x="1973856" y="4439619"/>
            <a:chExt cx="128016" cy="502920"/>
          </a:xfrm>
        </p:grpSpPr>
        <p:cxnSp>
          <p:nvCxnSpPr>
            <p:cNvPr id="58" name="Connettore diritto 57">
              <a:extLst>
                <a:ext uri="{FF2B5EF4-FFF2-40B4-BE49-F238E27FC236}">
                  <a16:creationId xmlns:a16="http://schemas.microsoft.com/office/drawing/2014/main" id="{6BDD4C7A-BAE9-4341-ACA2-BC09D58B2EB2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1818408" y="4659075"/>
              <a:ext cx="438912" cy="0"/>
            </a:xfrm>
            <a:prstGeom prst="line">
              <a:avLst/>
            </a:prstGeom>
            <a:ln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Ovale 58">
              <a:extLst>
                <a:ext uri="{FF2B5EF4-FFF2-40B4-BE49-F238E27FC236}">
                  <a16:creationId xmlns:a16="http://schemas.microsoft.com/office/drawing/2014/main" id="{2092417B-AC2A-401B-90D8-62AA0CC234E7}"/>
                </a:ext>
              </a:extLst>
            </p:cNvPr>
            <p:cNvSpPr/>
            <p:nvPr userDrawn="1"/>
          </p:nvSpPr>
          <p:spPr>
            <a:xfrm>
              <a:off x="1973856" y="4814523"/>
              <a:ext cx="128016" cy="12801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it-IT" noProof="0"/>
            </a:p>
          </p:txBody>
        </p:sp>
      </p:grpSp>
      <p:grpSp>
        <p:nvGrpSpPr>
          <p:cNvPr id="81" name="Gruppo 80">
            <a:extLst>
              <a:ext uri="{FF2B5EF4-FFF2-40B4-BE49-F238E27FC236}">
                <a16:creationId xmlns:a16="http://schemas.microsoft.com/office/drawing/2014/main" id="{575A635E-0C3E-4F07-842B-60231D9875D4}"/>
              </a:ext>
            </a:extLst>
          </p:cNvPr>
          <p:cNvGrpSpPr/>
          <p:nvPr userDrawn="1"/>
        </p:nvGrpSpPr>
        <p:grpSpPr>
          <a:xfrm>
            <a:off x="3532404" y="3580937"/>
            <a:ext cx="256032" cy="1426311"/>
            <a:chOff x="3532404" y="3580937"/>
            <a:chExt cx="256032" cy="1426311"/>
          </a:xfrm>
        </p:grpSpPr>
        <p:cxnSp>
          <p:nvCxnSpPr>
            <p:cNvPr id="61" name="Connettore diritto 60">
              <a:extLst>
                <a:ext uri="{FF2B5EF4-FFF2-40B4-BE49-F238E27FC236}">
                  <a16:creationId xmlns:a16="http://schemas.microsoft.com/office/drawing/2014/main" id="{CC9D07EB-53D6-4BBA-ACB6-E8F63F9A0835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2997480" y="4243877"/>
              <a:ext cx="1325880" cy="0"/>
            </a:xfrm>
            <a:prstGeom prst="line">
              <a:avLst/>
            </a:prstGeom>
            <a:ln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Ovale 61">
              <a:extLst>
                <a:ext uri="{FF2B5EF4-FFF2-40B4-BE49-F238E27FC236}">
                  <a16:creationId xmlns:a16="http://schemas.microsoft.com/office/drawing/2014/main" id="{45616335-BCB9-464C-BEA1-A1E7E74FD8BE}"/>
                </a:ext>
              </a:extLst>
            </p:cNvPr>
            <p:cNvSpPr/>
            <p:nvPr userDrawn="1"/>
          </p:nvSpPr>
          <p:spPr>
            <a:xfrm>
              <a:off x="3532404" y="4751216"/>
              <a:ext cx="256032" cy="25603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it-IT" noProof="0"/>
            </a:p>
          </p:txBody>
        </p:sp>
      </p:grpSp>
      <p:grpSp>
        <p:nvGrpSpPr>
          <p:cNvPr id="78" name="Gruppo 77">
            <a:extLst>
              <a:ext uri="{FF2B5EF4-FFF2-40B4-BE49-F238E27FC236}">
                <a16:creationId xmlns:a16="http://schemas.microsoft.com/office/drawing/2014/main" id="{9703DC63-2401-4AD3-8B32-193667CD897E}"/>
              </a:ext>
            </a:extLst>
          </p:cNvPr>
          <p:cNvGrpSpPr/>
          <p:nvPr userDrawn="1"/>
        </p:nvGrpSpPr>
        <p:grpSpPr>
          <a:xfrm>
            <a:off x="5966465" y="3580937"/>
            <a:ext cx="256032" cy="1426311"/>
            <a:chOff x="5966465" y="3580937"/>
            <a:chExt cx="256032" cy="1426311"/>
          </a:xfrm>
        </p:grpSpPr>
        <p:cxnSp>
          <p:nvCxnSpPr>
            <p:cNvPr id="64" name="Connettore diritto 63">
              <a:extLst>
                <a:ext uri="{FF2B5EF4-FFF2-40B4-BE49-F238E27FC236}">
                  <a16:creationId xmlns:a16="http://schemas.microsoft.com/office/drawing/2014/main" id="{16A6E3F7-6319-4441-AFD9-C3D4F2972FA5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5431541" y="4243877"/>
              <a:ext cx="1325880" cy="0"/>
            </a:xfrm>
            <a:prstGeom prst="line">
              <a:avLst/>
            </a:prstGeom>
            <a:ln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Ovale 64">
              <a:extLst>
                <a:ext uri="{FF2B5EF4-FFF2-40B4-BE49-F238E27FC236}">
                  <a16:creationId xmlns:a16="http://schemas.microsoft.com/office/drawing/2014/main" id="{4C9D2D7D-12CB-4802-999B-1D1F87BE0FA5}"/>
                </a:ext>
              </a:extLst>
            </p:cNvPr>
            <p:cNvSpPr/>
            <p:nvPr userDrawn="1"/>
          </p:nvSpPr>
          <p:spPr>
            <a:xfrm>
              <a:off x="5966465" y="4751216"/>
              <a:ext cx="256032" cy="25603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it-IT" noProof="0"/>
            </a:p>
          </p:txBody>
        </p:sp>
      </p:grpSp>
      <p:grpSp>
        <p:nvGrpSpPr>
          <p:cNvPr id="77" name="Gruppo 76">
            <a:extLst>
              <a:ext uri="{FF2B5EF4-FFF2-40B4-BE49-F238E27FC236}">
                <a16:creationId xmlns:a16="http://schemas.microsoft.com/office/drawing/2014/main" id="{24158274-99B6-424C-9DB7-4B178174FCD6}"/>
              </a:ext>
            </a:extLst>
          </p:cNvPr>
          <p:cNvGrpSpPr/>
          <p:nvPr userDrawn="1"/>
        </p:nvGrpSpPr>
        <p:grpSpPr>
          <a:xfrm>
            <a:off x="8400525" y="3580937"/>
            <a:ext cx="256032" cy="1426311"/>
            <a:chOff x="8400525" y="3580937"/>
            <a:chExt cx="256032" cy="1426311"/>
          </a:xfrm>
        </p:grpSpPr>
        <p:cxnSp>
          <p:nvCxnSpPr>
            <p:cNvPr id="67" name="Connettore diritto 66">
              <a:extLst>
                <a:ext uri="{FF2B5EF4-FFF2-40B4-BE49-F238E27FC236}">
                  <a16:creationId xmlns:a16="http://schemas.microsoft.com/office/drawing/2014/main" id="{8E62A3E4-AE49-44CE-8671-D9E2E7A149F4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7865601" y="4243877"/>
              <a:ext cx="1325880" cy="0"/>
            </a:xfrm>
            <a:prstGeom prst="line">
              <a:avLst/>
            </a:prstGeom>
            <a:ln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Ovale 67">
              <a:extLst>
                <a:ext uri="{FF2B5EF4-FFF2-40B4-BE49-F238E27FC236}">
                  <a16:creationId xmlns:a16="http://schemas.microsoft.com/office/drawing/2014/main" id="{D1DACA3F-BDD7-46A1-9FFC-5C9E3DC0319B}"/>
                </a:ext>
              </a:extLst>
            </p:cNvPr>
            <p:cNvSpPr/>
            <p:nvPr userDrawn="1"/>
          </p:nvSpPr>
          <p:spPr>
            <a:xfrm>
              <a:off x="8400525" y="4751216"/>
              <a:ext cx="256032" cy="25603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it-IT" noProof="0"/>
            </a:p>
          </p:txBody>
        </p:sp>
      </p:grpSp>
      <p:grpSp>
        <p:nvGrpSpPr>
          <p:cNvPr id="76" name="Gruppo 75">
            <a:extLst>
              <a:ext uri="{FF2B5EF4-FFF2-40B4-BE49-F238E27FC236}">
                <a16:creationId xmlns:a16="http://schemas.microsoft.com/office/drawing/2014/main" id="{CDBF36D1-D00D-4D0E-A137-B0C1518AA950}"/>
              </a:ext>
            </a:extLst>
          </p:cNvPr>
          <p:cNvGrpSpPr/>
          <p:nvPr userDrawn="1"/>
        </p:nvGrpSpPr>
        <p:grpSpPr>
          <a:xfrm>
            <a:off x="10834585" y="3580937"/>
            <a:ext cx="256032" cy="1431463"/>
            <a:chOff x="10834585" y="3580937"/>
            <a:chExt cx="256032" cy="1431463"/>
          </a:xfrm>
        </p:grpSpPr>
        <p:cxnSp>
          <p:nvCxnSpPr>
            <p:cNvPr id="70" name="Connettore diritto 69">
              <a:extLst>
                <a:ext uri="{FF2B5EF4-FFF2-40B4-BE49-F238E27FC236}">
                  <a16:creationId xmlns:a16="http://schemas.microsoft.com/office/drawing/2014/main" id="{FA69A115-43BB-4F45-8737-8989918E4F3D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10299661" y="4243877"/>
              <a:ext cx="1325880" cy="0"/>
            </a:xfrm>
            <a:prstGeom prst="line">
              <a:avLst/>
            </a:prstGeom>
            <a:ln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Ovale 70">
              <a:extLst>
                <a:ext uri="{FF2B5EF4-FFF2-40B4-BE49-F238E27FC236}">
                  <a16:creationId xmlns:a16="http://schemas.microsoft.com/office/drawing/2014/main" id="{F08C80E3-AE2D-440D-A9D5-30C4A542F095}"/>
                </a:ext>
              </a:extLst>
            </p:cNvPr>
            <p:cNvSpPr/>
            <p:nvPr userDrawn="1"/>
          </p:nvSpPr>
          <p:spPr>
            <a:xfrm>
              <a:off x="10834585" y="4756368"/>
              <a:ext cx="256032" cy="25603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it-IT" noProof="0"/>
            </a:p>
          </p:txBody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43FA2CB5-635E-4CF6-B11D-F2C5041ADBEA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1524000" y="509764"/>
            <a:ext cx="9144000" cy="685801"/>
          </a:xfrm>
        </p:spPr>
        <p:txBody>
          <a:bodyPr rtlCol="0" anchor="t" anchorCtr="0">
            <a:normAutofit/>
          </a:bodyPr>
          <a:lstStyle>
            <a:lvl1pPr algn="ctr">
              <a:defRPr sz="4400"/>
            </a:lvl1pPr>
          </a:lstStyle>
          <a:p>
            <a:pPr rtl="0"/>
            <a:r>
              <a:rPr lang="en-US" noProof="0"/>
              <a:t>Click to edit Master title style</a:t>
            </a:r>
            <a:endParaRPr lang="it-IT" noProof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69C4E9CB-8B65-4E12-967D-06EAE4393B42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1524000" y="1240970"/>
            <a:ext cx="9144000" cy="492294"/>
          </a:xfrm>
        </p:spPr>
        <p:txBody>
          <a:bodyPr rtlCol="0">
            <a:normAutofit/>
          </a:bodyPr>
          <a:lstStyle>
            <a:lvl1pPr marL="0" indent="0" algn="ctr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US" noProof="0"/>
              <a:t>Click to edit Master subtitle style</a:t>
            </a:r>
            <a:endParaRPr lang="it-IT" noProof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B3FA692-96F4-4A7F-8487-22F20A708F1C}"/>
              </a:ext>
            </a:extLst>
          </p:cNvPr>
          <p:cNvSpPr>
            <a:spLocks noGrp="1"/>
          </p:cNvSpPr>
          <p:nvPr userDrawn="1">
            <p:ph type="dt" sz="half" idx="10"/>
          </p:nvPr>
        </p:nvSpPr>
        <p:spPr/>
        <p:txBody>
          <a:bodyPr rtlCol="0"/>
          <a:lstStyle/>
          <a:p>
            <a:pPr rtl="0"/>
            <a:fld id="{A86C5BB0-921A-4DAA-ADCE-506CD01AB44A}" type="datetime1">
              <a:rPr lang="it-IT" noProof="0" smtClean="0"/>
              <a:t>08/06/2025</a:t>
            </a:fld>
            <a:endParaRPr lang="it-IT" noProof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792D85A-DF1E-4EFB-B064-60EF7F601D7D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AE20109-909E-4186-BEE5-888E05F28C67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 rtlCol="0"/>
          <a:lstStyle/>
          <a:p>
            <a:pPr rtl="0"/>
            <a:fld id="{06075B66-BB0A-40EC-93F2-D831CFF2799C}" type="slidenum">
              <a:rPr lang="it-IT" noProof="0" smtClean="0"/>
              <a:t>‹#›</a:t>
            </a:fld>
            <a:endParaRPr lang="it-IT" noProof="0"/>
          </a:p>
        </p:txBody>
      </p:sp>
      <p:sp>
        <p:nvSpPr>
          <p:cNvPr id="8" name="Segnaposto immagine 7">
            <a:extLst>
              <a:ext uri="{FF2B5EF4-FFF2-40B4-BE49-F238E27FC236}">
                <a16:creationId xmlns:a16="http://schemas.microsoft.com/office/drawing/2014/main" id="{42249841-1B5B-4DCB-8182-96027C01CEF4}"/>
              </a:ext>
            </a:extLst>
          </p:cNvPr>
          <p:cNvSpPr>
            <a:spLocks noGrp="1"/>
          </p:cNvSpPr>
          <p:nvPr userDrawn="1">
            <p:ph type="pic" sz="quarter" idx="13"/>
          </p:nvPr>
        </p:nvSpPr>
        <p:spPr>
          <a:xfrm>
            <a:off x="442913" y="633829"/>
            <a:ext cx="960120" cy="685800"/>
          </a:xfrm>
        </p:spPr>
        <p:txBody>
          <a:bodyPr rtlCol="0" anchor="ctr" anchorCtr="0">
            <a:noAutofit/>
          </a:bodyPr>
          <a:lstStyle>
            <a:lvl1pPr marL="0" indent="0" algn="ctr">
              <a:buNone/>
              <a:defRPr sz="1400"/>
            </a:lvl1pPr>
          </a:lstStyle>
          <a:p>
            <a:pPr rtl="0"/>
            <a:r>
              <a:rPr lang="en-US" noProof="0"/>
              <a:t>Click icon to add picture</a:t>
            </a:r>
            <a:endParaRPr lang="it-IT" noProof="0"/>
          </a:p>
        </p:txBody>
      </p:sp>
      <p:sp>
        <p:nvSpPr>
          <p:cNvPr id="11" name="Segnaposto testo 10">
            <a:extLst>
              <a:ext uri="{FF2B5EF4-FFF2-40B4-BE49-F238E27FC236}">
                <a16:creationId xmlns:a16="http://schemas.microsoft.com/office/drawing/2014/main" id="{1005C338-76FB-4C4F-9EB1-183CFD6B9075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442913" y="1953305"/>
            <a:ext cx="1655064" cy="1627632"/>
          </a:xfrm>
          <a:solidFill>
            <a:schemeClr val="accent2"/>
          </a:solidFill>
        </p:spPr>
        <p:txBody>
          <a:bodyPr lIns="180000" rtlCol="0" anchor="ctr" anchorCtr="0">
            <a:noAutofit/>
          </a:bodyPr>
          <a:lstStyle>
            <a:lvl1pPr marL="144000" marR="0" indent="-14400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3" name="Segnaposto testo 12">
            <a:extLst>
              <a:ext uri="{FF2B5EF4-FFF2-40B4-BE49-F238E27FC236}">
                <a16:creationId xmlns:a16="http://schemas.microsoft.com/office/drawing/2014/main" id="{49C02438-F5BE-4F73-A18D-18ABFEC5C49B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938323" y="3863547"/>
            <a:ext cx="576072" cy="576072"/>
          </a:xfrm>
          <a:solidFill>
            <a:schemeClr val="accent1"/>
          </a:solidFill>
        </p:spPr>
        <p:txBody>
          <a:bodyPr rtlCol="0" anchor="ctr" anchorCtr="0">
            <a:no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2pPr>
            <a:lvl3pPr marL="91440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3pPr>
            <a:lvl4pPr marL="137160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4pPr>
            <a:lvl5pPr marL="182880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 rtl="0"/>
            <a:r>
              <a:rPr lang="it-IT" noProof="0"/>
              <a:t>00</a:t>
            </a:r>
          </a:p>
        </p:txBody>
      </p:sp>
      <p:sp>
        <p:nvSpPr>
          <p:cNvPr id="14" name="Segnaposto testo 10">
            <a:extLst>
              <a:ext uri="{FF2B5EF4-FFF2-40B4-BE49-F238E27FC236}">
                <a16:creationId xmlns:a16="http://schemas.microsoft.com/office/drawing/2014/main" id="{6E96343E-2D2B-4C87-A7F9-DCCCCB97AF0E}"/>
              </a:ext>
            </a:extLst>
          </p:cNvPr>
          <p:cNvSpPr>
            <a:spLocks noGrp="1"/>
          </p:cNvSpPr>
          <p:nvPr userDrawn="1">
            <p:ph type="body" sz="quarter" idx="16"/>
          </p:nvPr>
        </p:nvSpPr>
        <p:spPr>
          <a:xfrm>
            <a:off x="2430495" y="1953305"/>
            <a:ext cx="2221992" cy="1627632"/>
          </a:xfrm>
          <a:solidFill>
            <a:schemeClr val="accent2"/>
          </a:solidFill>
        </p:spPr>
        <p:txBody>
          <a:bodyPr lIns="180000" rtlCol="0" anchor="ctr" anchorCtr="0">
            <a:noAutofit/>
          </a:bodyPr>
          <a:lstStyle>
            <a:lvl1pPr marL="144000" marR="0" indent="-14400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5" name="Segnaposto testo 10">
            <a:extLst>
              <a:ext uri="{FF2B5EF4-FFF2-40B4-BE49-F238E27FC236}">
                <a16:creationId xmlns:a16="http://schemas.microsoft.com/office/drawing/2014/main" id="{7BB84FDB-D513-4AC9-B712-08F2B06C1329}"/>
              </a:ext>
            </a:extLst>
          </p:cNvPr>
          <p:cNvSpPr>
            <a:spLocks noGrp="1"/>
          </p:cNvSpPr>
          <p:nvPr userDrawn="1">
            <p:ph type="body" sz="quarter" idx="17"/>
          </p:nvPr>
        </p:nvSpPr>
        <p:spPr>
          <a:xfrm>
            <a:off x="4985005" y="1953305"/>
            <a:ext cx="2221992" cy="1627632"/>
          </a:xfrm>
          <a:solidFill>
            <a:schemeClr val="accent2"/>
          </a:solidFill>
        </p:spPr>
        <p:txBody>
          <a:bodyPr lIns="180000" rtlCol="0" anchor="ctr" anchorCtr="0">
            <a:noAutofit/>
          </a:bodyPr>
          <a:lstStyle>
            <a:lvl1pPr marL="144000" marR="0" indent="-14400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6" name="Segnaposto testo 10">
            <a:extLst>
              <a:ext uri="{FF2B5EF4-FFF2-40B4-BE49-F238E27FC236}">
                <a16:creationId xmlns:a16="http://schemas.microsoft.com/office/drawing/2014/main" id="{FEA35609-E644-4DF0-8982-873C46185163}"/>
              </a:ext>
            </a:extLst>
          </p:cNvPr>
          <p:cNvSpPr>
            <a:spLocks noGrp="1"/>
          </p:cNvSpPr>
          <p:nvPr userDrawn="1">
            <p:ph type="body" sz="quarter" idx="18"/>
          </p:nvPr>
        </p:nvSpPr>
        <p:spPr>
          <a:xfrm>
            <a:off x="7539515" y="1953305"/>
            <a:ext cx="2221992" cy="1627632"/>
          </a:xfrm>
          <a:solidFill>
            <a:schemeClr val="accent2"/>
          </a:solidFill>
        </p:spPr>
        <p:txBody>
          <a:bodyPr lIns="180000" rtlCol="0" anchor="ctr" anchorCtr="0">
            <a:noAutofit/>
          </a:bodyPr>
          <a:lstStyle>
            <a:lvl1pPr marL="144000" marR="0" indent="-14400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7" name="Segnaposto testo 10">
            <a:extLst>
              <a:ext uri="{FF2B5EF4-FFF2-40B4-BE49-F238E27FC236}">
                <a16:creationId xmlns:a16="http://schemas.microsoft.com/office/drawing/2014/main" id="{56BC7BD0-6D40-4DA2-9119-3D744AC98825}"/>
              </a:ext>
            </a:extLst>
          </p:cNvPr>
          <p:cNvSpPr>
            <a:spLocks noGrp="1"/>
          </p:cNvSpPr>
          <p:nvPr userDrawn="1">
            <p:ph type="body" sz="quarter" idx="19"/>
          </p:nvPr>
        </p:nvSpPr>
        <p:spPr>
          <a:xfrm>
            <a:off x="10094024" y="1953305"/>
            <a:ext cx="1655064" cy="1627632"/>
          </a:xfrm>
          <a:solidFill>
            <a:schemeClr val="accent2"/>
          </a:solidFill>
        </p:spPr>
        <p:txBody>
          <a:bodyPr lIns="144000" rtlCol="0" anchor="ctr" anchorCtr="0">
            <a:noAutofit/>
          </a:bodyPr>
          <a:lstStyle>
            <a:lvl1pPr marL="144000" marR="0" indent="-14400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9" name="Segnaposto testo 12">
            <a:extLst>
              <a:ext uri="{FF2B5EF4-FFF2-40B4-BE49-F238E27FC236}">
                <a16:creationId xmlns:a16="http://schemas.microsoft.com/office/drawing/2014/main" id="{804D7697-ED6C-474A-BC1C-AC319C4D1111}"/>
              </a:ext>
            </a:extLst>
          </p:cNvPr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10676389" y="3863547"/>
            <a:ext cx="576072" cy="576072"/>
          </a:xfrm>
          <a:solidFill>
            <a:schemeClr val="accent1"/>
          </a:solidFill>
        </p:spPr>
        <p:txBody>
          <a:bodyPr rtlCol="0" anchor="ctr" anchorCtr="0">
            <a:no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2pPr>
            <a:lvl3pPr marL="91440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3pPr>
            <a:lvl4pPr marL="137160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4pPr>
            <a:lvl5pPr marL="182880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 rtl="0"/>
            <a:r>
              <a:rPr lang="it-IT" noProof="0"/>
              <a:t>12</a:t>
            </a:r>
          </a:p>
        </p:txBody>
      </p:sp>
      <p:sp>
        <p:nvSpPr>
          <p:cNvPr id="20" name="Segnaposto testo 12">
            <a:extLst>
              <a:ext uri="{FF2B5EF4-FFF2-40B4-BE49-F238E27FC236}">
                <a16:creationId xmlns:a16="http://schemas.microsoft.com/office/drawing/2014/main" id="{F096A408-4C73-43FA-9BB3-9715B82B3D2B}"/>
              </a:ext>
            </a:extLst>
          </p:cNvPr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1749828" y="3863547"/>
            <a:ext cx="576072" cy="576072"/>
          </a:xfrm>
          <a:solidFill>
            <a:schemeClr val="accent1"/>
          </a:solidFill>
        </p:spPr>
        <p:txBody>
          <a:bodyPr rtlCol="0" anchor="ctr" anchorCtr="0">
            <a:no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2pPr>
            <a:lvl3pPr marL="91440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3pPr>
            <a:lvl4pPr marL="137160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4pPr>
            <a:lvl5pPr marL="182880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 rtl="0"/>
            <a:r>
              <a:rPr lang="it-IT" noProof="0"/>
              <a:t>01</a:t>
            </a:r>
          </a:p>
        </p:txBody>
      </p:sp>
      <p:sp>
        <p:nvSpPr>
          <p:cNvPr id="21" name="Segnaposto testo 12">
            <a:extLst>
              <a:ext uri="{FF2B5EF4-FFF2-40B4-BE49-F238E27FC236}">
                <a16:creationId xmlns:a16="http://schemas.microsoft.com/office/drawing/2014/main" id="{C5B11A21-C8C4-419F-851D-CD63CACCAEC4}"/>
              </a:ext>
            </a:extLst>
          </p:cNvPr>
          <p:cNvSpPr>
            <a:spLocks noGrp="1"/>
          </p:cNvSpPr>
          <p:nvPr userDrawn="1">
            <p:ph type="body" sz="quarter" idx="22" hasCustomPrompt="1"/>
          </p:nvPr>
        </p:nvSpPr>
        <p:spPr>
          <a:xfrm>
            <a:off x="2561333" y="3863547"/>
            <a:ext cx="576072" cy="576072"/>
          </a:xfrm>
          <a:solidFill>
            <a:schemeClr val="accent1"/>
          </a:solidFill>
        </p:spPr>
        <p:txBody>
          <a:bodyPr rtlCol="0" anchor="ctr" anchorCtr="0">
            <a:no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2pPr>
            <a:lvl3pPr marL="91440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3pPr>
            <a:lvl4pPr marL="137160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4pPr>
            <a:lvl5pPr marL="182880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 rtl="0"/>
            <a:r>
              <a:rPr lang="it-IT" noProof="0"/>
              <a:t>02</a:t>
            </a:r>
          </a:p>
        </p:txBody>
      </p:sp>
      <p:sp>
        <p:nvSpPr>
          <p:cNvPr id="22" name="Segnaposto testo 12">
            <a:extLst>
              <a:ext uri="{FF2B5EF4-FFF2-40B4-BE49-F238E27FC236}">
                <a16:creationId xmlns:a16="http://schemas.microsoft.com/office/drawing/2014/main" id="{C61FE761-D585-4D37-9741-3F2923A03B01}"/>
              </a:ext>
            </a:extLst>
          </p:cNvPr>
          <p:cNvSpPr>
            <a:spLocks noGrp="1"/>
          </p:cNvSpPr>
          <p:nvPr userDrawn="1">
            <p:ph type="body" sz="quarter" idx="23" hasCustomPrompt="1"/>
          </p:nvPr>
        </p:nvSpPr>
        <p:spPr>
          <a:xfrm>
            <a:off x="9864879" y="3863547"/>
            <a:ext cx="576072" cy="576072"/>
          </a:xfrm>
          <a:solidFill>
            <a:schemeClr val="accent1"/>
          </a:solidFill>
        </p:spPr>
        <p:txBody>
          <a:bodyPr rtlCol="0" anchor="ctr" anchorCtr="0">
            <a:no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2pPr>
            <a:lvl3pPr marL="91440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3pPr>
            <a:lvl4pPr marL="137160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4pPr>
            <a:lvl5pPr marL="182880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 rtl="0"/>
            <a:r>
              <a:rPr lang="it-IT" noProof="0"/>
              <a:t>11</a:t>
            </a:r>
          </a:p>
        </p:txBody>
      </p:sp>
      <p:sp>
        <p:nvSpPr>
          <p:cNvPr id="23" name="Segnaposto testo 12">
            <a:extLst>
              <a:ext uri="{FF2B5EF4-FFF2-40B4-BE49-F238E27FC236}">
                <a16:creationId xmlns:a16="http://schemas.microsoft.com/office/drawing/2014/main" id="{AEF88759-07E7-421C-98C4-6C5962899D05}"/>
              </a:ext>
            </a:extLst>
          </p:cNvPr>
          <p:cNvSpPr>
            <a:spLocks noGrp="1"/>
          </p:cNvSpPr>
          <p:nvPr userDrawn="1">
            <p:ph type="body" sz="quarter" idx="24" hasCustomPrompt="1"/>
          </p:nvPr>
        </p:nvSpPr>
        <p:spPr>
          <a:xfrm>
            <a:off x="8241868" y="3863547"/>
            <a:ext cx="576072" cy="576072"/>
          </a:xfrm>
          <a:solidFill>
            <a:schemeClr val="accent1"/>
          </a:solidFill>
        </p:spPr>
        <p:txBody>
          <a:bodyPr rtlCol="0" anchor="ctr" anchorCtr="0">
            <a:no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2pPr>
            <a:lvl3pPr marL="91440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3pPr>
            <a:lvl4pPr marL="137160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4pPr>
            <a:lvl5pPr marL="182880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 rtl="0"/>
            <a:r>
              <a:rPr lang="it-IT" noProof="0"/>
              <a:t>09</a:t>
            </a:r>
          </a:p>
        </p:txBody>
      </p:sp>
      <p:sp>
        <p:nvSpPr>
          <p:cNvPr id="24" name="Segnaposto testo 12">
            <a:extLst>
              <a:ext uri="{FF2B5EF4-FFF2-40B4-BE49-F238E27FC236}">
                <a16:creationId xmlns:a16="http://schemas.microsoft.com/office/drawing/2014/main" id="{46CC2679-5DDB-45BD-AFC4-C0E40C90A9F1}"/>
              </a:ext>
            </a:extLst>
          </p:cNvPr>
          <p:cNvSpPr>
            <a:spLocks noGrp="1"/>
          </p:cNvSpPr>
          <p:nvPr userDrawn="1">
            <p:ph type="body" sz="quarter" idx="25" hasCustomPrompt="1"/>
          </p:nvPr>
        </p:nvSpPr>
        <p:spPr>
          <a:xfrm>
            <a:off x="6618858" y="3863547"/>
            <a:ext cx="576072" cy="576072"/>
          </a:xfrm>
          <a:solidFill>
            <a:schemeClr val="accent1"/>
          </a:solidFill>
        </p:spPr>
        <p:txBody>
          <a:bodyPr rtlCol="0" anchor="ctr" anchorCtr="0">
            <a:no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2pPr>
            <a:lvl3pPr marL="91440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3pPr>
            <a:lvl4pPr marL="137160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4pPr>
            <a:lvl5pPr marL="182880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 rtl="0"/>
            <a:r>
              <a:rPr lang="it-IT" noProof="0"/>
              <a:t>07</a:t>
            </a:r>
          </a:p>
        </p:txBody>
      </p:sp>
      <p:sp>
        <p:nvSpPr>
          <p:cNvPr id="25" name="Segnaposto testo 12">
            <a:extLst>
              <a:ext uri="{FF2B5EF4-FFF2-40B4-BE49-F238E27FC236}">
                <a16:creationId xmlns:a16="http://schemas.microsoft.com/office/drawing/2014/main" id="{02ABD78C-73AA-439C-A5BE-17644A96282B}"/>
              </a:ext>
            </a:extLst>
          </p:cNvPr>
          <p:cNvSpPr>
            <a:spLocks noGrp="1"/>
          </p:cNvSpPr>
          <p:nvPr userDrawn="1">
            <p:ph type="body" sz="quarter" idx="26" hasCustomPrompt="1"/>
          </p:nvPr>
        </p:nvSpPr>
        <p:spPr>
          <a:xfrm>
            <a:off x="5807353" y="3863547"/>
            <a:ext cx="576072" cy="576072"/>
          </a:xfrm>
          <a:solidFill>
            <a:schemeClr val="accent1"/>
          </a:solidFill>
        </p:spPr>
        <p:txBody>
          <a:bodyPr rtlCol="0" anchor="ctr" anchorCtr="0">
            <a:no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2pPr>
            <a:lvl3pPr marL="91440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3pPr>
            <a:lvl4pPr marL="137160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4pPr>
            <a:lvl5pPr marL="182880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 rtl="0"/>
            <a:r>
              <a:rPr lang="it-IT" noProof="0"/>
              <a:t>06</a:t>
            </a:r>
          </a:p>
        </p:txBody>
      </p:sp>
      <p:sp>
        <p:nvSpPr>
          <p:cNvPr id="26" name="Segnaposto testo 12">
            <a:extLst>
              <a:ext uri="{FF2B5EF4-FFF2-40B4-BE49-F238E27FC236}">
                <a16:creationId xmlns:a16="http://schemas.microsoft.com/office/drawing/2014/main" id="{272124E2-B2DD-45A6-ABE6-459C7038FBB5}"/>
              </a:ext>
            </a:extLst>
          </p:cNvPr>
          <p:cNvSpPr>
            <a:spLocks noGrp="1"/>
          </p:cNvSpPr>
          <p:nvPr userDrawn="1">
            <p:ph type="body" sz="quarter" idx="27" hasCustomPrompt="1"/>
          </p:nvPr>
        </p:nvSpPr>
        <p:spPr>
          <a:xfrm>
            <a:off x="4995848" y="3863547"/>
            <a:ext cx="576072" cy="576072"/>
          </a:xfrm>
          <a:solidFill>
            <a:schemeClr val="accent1"/>
          </a:solidFill>
        </p:spPr>
        <p:txBody>
          <a:bodyPr rtlCol="0" anchor="ctr" anchorCtr="0">
            <a:no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2pPr>
            <a:lvl3pPr marL="91440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3pPr>
            <a:lvl4pPr marL="137160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4pPr>
            <a:lvl5pPr marL="182880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 rtl="0"/>
            <a:r>
              <a:rPr lang="it-IT" noProof="0"/>
              <a:t>05</a:t>
            </a:r>
          </a:p>
        </p:txBody>
      </p:sp>
      <p:sp>
        <p:nvSpPr>
          <p:cNvPr id="27" name="Segnaposto testo 12">
            <a:extLst>
              <a:ext uri="{FF2B5EF4-FFF2-40B4-BE49-F238E27FC236}">
                <a16:creationId xmlns:a16="http://schemas.microsoft.com/office/drawing/2014/main" id="{37660DC0-4623-45A5-84FE-A8AB30FB91DF}"/>
              </a:ext>
            </a:extLst>
          </p:cNvPr>
          <p:cNvSpPr>
            <a:spLocks noGrp="1"/>
          </p:cNvSpPr>
          <p:nvPr userDrawn="1">
            <p:ph type="body" sz="quarter" idx="28" hasCustomPrompt="1"/>
          </p:nvPr>
        </p:nvSpPr>
        <p:spPr>
          <a:xfrm>
            <a:off x="4184343" y="3863547"/>
            <a:ext cx="576072" cy="576072"/>
          </a:xfrm>
          <a:solidFill>
            <a:schemeClr val="accent1"/>
          </a:solidFill>
        </p:spPr>
        <p:txBody>
          <a:bodyPr rtlCol="0" anchor="ctr" anchorCtr="0">
            <a:no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2pPr>
            <a:lvl3pPr marL="91440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3pPr>
            <a:lvl4pPr marL="137160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4pPr>
            <a:lvl5pPr marL="182880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 rtl="0"/>
            <a:r>
              <a:rPr lang="it-IT" noProof="0"/>
              <a:t>04</a:t>
            </a:r>
          </a:p>
        </p:txBody>
      </p:sp>
      <p:sp>
        <p:nvSpPr>
          <p:cNvPr id="28" name="Segnaposto testo 12">
            <a:extLst>
              <a:ext uri="{FF2B5EF4-FFF2-40B4-BE49-F238E27FC236}">
                <a16:creationId xmlns:a16="http://schemas.microsoft.com/office/drawing/2014/main" id="{1324C94E-2600-4373-9B3A-E70E6F6E3EAE}"/>
              </a:ext>
            </a:extLst>
          </p:cNvPr>
          <p:cNvSpPr>
            <a:spLocks noGrp="1"/>
          </p:cNvSpPr>
          <p:nvPr userDrawn="1">
            <p:ph type="body" sz="quarter" idx="29" hasCustomPrompt="1"/>
          </p:nvPr>
        </p:nvSpPr>
        <p:spPr>
          <a:xfrm>
            <a:off x="3372838" y="3863547"/>
            <a:ext cx="576072" cy="576072"/>
          </a:xfrm>
          <a:solidFill>
            <a:schemeClr val="accent1"/>
          </a:solidFill>
        </p:spPr>
        <p:txBody>
          <a:bodyPr rtlCol="0" anchor="ctr" anchorCtr="0">
            <a:no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2pPr>
            <a:lvl3pPr marL="91440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3pPr>
            <a:lvl4pPr marL="137160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4pPr>
            <a:lvl5pPr marL="182880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 rtl="0"/>
            <a:r>
              <a:rPr lang="it-IT" noProof="0"/>
              <a:t>03</a:t>
            </a:r>
          </a:p>
        </p:txBody>
      </p:sp>
      <p:sp>
        <p:nvSpPr>
          <p:cNvPr id="29" name="Segnaposto testo 12">
            <a:extLst>
              <a:ext uri="{FF2B5EF4-FFF2-40B4-BE49-F238E27FC236}">
                <a16:creationId xmlns:a16="http://schemas.microsoft.com/office/drawing/2014/main" id="{C1ED5B50-C717-4ECD-9434-0C486B1FA95B}"/>
              </a:ext>
            </a:extLst>
          </p:cNvPr>
          <p:cNvSpPr>
            <a:spLocks noGrp="1"/>
          </p:cNvSpPr>
          <p:nvPr userDrawn="1">
            <p:ph type="body" sz="quarter" idx="30" hasCustomPrompt="1"/>
          </p:nvPr>
        </p:nvSpPr>
        <p:spPr>
          <a:xfrm>
            <a:off x="7430363" y="3863547"/>
            <a:ext cx="576072" cy="576072"/>
          </a:xfrm>
          <a:solidFill>
            <a:schemeClr val="accent1"/>
          </a:solidFill>
        </p:spPr>
        <p:txBody>
          <a:bodyPr rtlCol="0" anchor="ctr" anchorCtr="0">
            <a:no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2pPr>
            <a:lvl3pPr marL="91440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3pPr>
            <a:lvl4pPr marL="137160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4pPr>
            <a:lvl5pPr marL="182880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 rtl="0"/>
            <a:r>
              <a:rPr lang="it-IT" noProof="0"/>
              <a:t>08</a:t>
            </a:r>
          </a:p>
        </p:txBody>
      </p:sp>
      <p:sp>
        <p:nvSpPr>
          <p:cNvPr id="30" name="Segnaposto testo 12">
            <a:extLst>
              <a:ext uri="{FF2B5EF4-FFF2-40B4-BE49-F238E27FC236}">
                <a16:creationId xmlns:a16="http://schemas.microsoft.com/office/drawing/2014/main" id="{E91BD8A6-461F-4EAC-82F8-A744495D6BFF}"/>
              </a:ext>
            </a:extLst>
          </p:cNvPr>
          <p:cNvSpPr>
            <a:spLocks noGrp="1"/>
          </p:cNvSpPr>
          <p:nvPr userDrawn="1">
            <p:ph type="body" sz="quarter" idx="31" hasCustomPrompt="1"/>
          </p:nvPr>
        </p:nvSpPr>
        <p:spPr>
          <a:xfrm>
            <a:off x="9053373" y="3863547"/>
            <a:ext cx="576072" cy="576072"/>
          </a:xfrm>
          <a:solidFill>
            <a:schemeClr val="accent1"/>
          </a:solidFill>
        </p:spPr>
        <p:txBody>
          <a:bodyPr rtlCol="0" anchor="ctr" anchorCtr="0">
            <a:no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2pPr>
            <a:lvl3pPr marL="91440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3pPr>
            <a:lvl4pPr marL="137160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4pPr>
            <a:lvl5pPr marL="182880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 rtl="0"/>
            <a:r>
              <a:rPr lang="it-IT" noProof="0"/>
              <a:t>10</a:t>
            </a:r>
          </a:p>
        </p:txBody>
      </p:sp>
      <p:sp>
        <p:nvSpPr>
          <p:cNvPr id="83" name="Segnaposto testo 82">
            <a:extLst>
              <a:ext uri="{FF2B5EF4-FFF2-40B4-BE49-F238E27FC236}">
                <a16:creationId xmlns:a16="http://schemas.microsoft.com/office/drawing/2014/main" id="{3070E194-AAC8-4E23-9F2B-5946DF5D217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96857" y="5016378"/>
            <a:ext cx="665162" cy="268288"/>
          </a:xfrm>
        </p:spPr>
        <p:txBody>
          <a:bodyPr lIns="0" tIns="0" rIns="0" bIns="0" rtlCol="0" anchor="ctr" anchorCtr="0">
            <a:noAutofit/>
          </a:bodyPr>
          <a:lstStyle>
            <a:lvl1pPr marL="0" indent="0" algn="ctr">
              <a:buNone/>
              <a:defRPr sz="1400"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 rtl="0"/>
            <a:r>
              <a:rPr lang="it-IT" noProof="0"/>
              <a:t>Dic</a:t>
            </a:r>
          </a:p>
        </p:txBody>
      </p:sp>
      <p:sp>
        <p:nvSpPr>
          <p:cNvPr id="84" name="Segnaposto testo 82">
            <a:extLst>
              <a:ext uri="{FF2B5EF4-FFF2-40B4-BE49-F238E27FC236}">
                <a16:creationId xmlns:a16="http://schemas.microsoft.com/office/drawing/2014/main" id="{53A9E9CF-C53C-41F0-8DEE-872DBB4377F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630020" y="5016378"/>
            <a:ext cx="665162" cy="268288"/>
          </a:xfrm>
        </p:spPr>
        <p:txBody>
          <a:bodyPr lIns="0" tIns="0" rIns="0" bIns="0" rtlCol="0" anchor="ctr" anchorCtr="0">
            <a:noAutofit/>
          </a:bodyPr>
          <a:lstStyle>
            <a:lvl1pPr marL="0" indent="0" algn="ctr">
              <a:buNone/>
              <a:defRPr sz="1400"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 rtl="0"/>
            <a:r>
              <a:rPr lang="it-IT" noProof="0"/>
              <a:t>Dic</a:t>
            </a:r>
          </a:p>
        </p:txBody>
      </p:sp>
      <p:sp>
        <p:nvSpPr>
          <p:cNvPr id="85" name="Segnaposto testo 82">
            <a:extLst>
              <a:ext uri="{FF2B5EF4-FFF2-40B4-BE49-F238E27FC236}">
                <a16:creationId xmlns:a16="http://schemas.microsoft.com/office/drawing/2014/main" id="{72AE6501-3FB0-4A7D-9A36-B350AEC3CAE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707954" y="5016378"/>
            <a:ext cx="665162" cy="268288"/>
          </a:xfrm>
        </p:spPr>
        <p:txBody>
          <a:bodyPr lIns="0" tIns="0" rIns="0" bIns="0" rtlCol="0" anchor="ctr" anchorCtr="0">
            <a:noAutofit/>
          </a:bodyPr>
          <a:lstStyle>
            <a:lvl1pPr marL="0" indent="0" algn="ctr">
              <a:buNone/>
              <a:defRPr sz="1400"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 rtl="0"/>
            <a:r>
              <a:rPr lang="it-IT" noProof="0"/>
              <a:t>Gen</a:t>
            </a:r>
          </a:p>
        </p:txBody>
      </p:sp>
      <p:sp>
        <p:nvSpPr>
          <p:cNvPr id="86" name="Segnaposto testo 82">
            <a:extLst>
              <a:ext uri="{FF2B5EF4-FFF2-40B4-BE49-F238E27FC236}">
                <a16:creationId xmlns:a16="http://schemas.microsoft.com/office/drawing/2014/main" id="{CB3FC7F1-097D-46A1-B741-A527899C486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519051" y="5016378"/>
            <a:ext cx="665162" cy="268288"/>
          </a:xfrm>
        </p:spPr>
        <p:txBody>
          <a:bodyPr lIns="0" tIns="0" rIns="0" bIns="0" rtlCol="0" anchor="ctr" anchorCtr="0">
            <a:noAutofit/>
          </a:bodyPr>
          <a:lstStyle>
            <a:lvl1pPr marL="0" indent="0" algn="ctr">
              <a:buNone/>
              <a:defRPr sz="1400"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 rtl="0"/>
            <a:r>
              <a:rPr lang="it-IT" noProof="0"/>
              <a:t>Feb</a:t>
            </a:r>
          </a:p>
        </p:txBody>
      </p:sp>
      <p:sp>
        <p:nvSpPr>
          <p:cNvPr id="87" name="Segnaposto testo 82">
            <a:extLst>
              <a:ext uri="{FF2B5EF4-FFF2-40B4-BE49-F238E27FC236}">
                <a16:creationId xmlns:a16="http://schemas.microsoft.com/office/drawing/2014/main" id="{FC859E34-D208-4716-9A67-734A7045755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330148" y="5016378"/>
            <a:ext cx="665162" cy="268288"/>
          </a:xfrm>
        </p:spPr>
        <p:txBody>
          <a:bodyPr lIns="0" tIns="0" rIns="0" bIns="0" rtlCol="0" anchor="ctr" anchorCtr="0">
            <a:noAutofit/>
          </a:bodyPr>
          <a:lstStyle>
            <a:lvl1pPr marL="0" indent="0" algn="ctr">
              <a:buNone/>
              <a:defRPr sz="1400"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 rtl="0"/>
            <a:r>
              <a:rPr lang="it-IT" noProof="0"/>
              <a:t>Mar</a:t>
            </a:r>
          </a:p>
        </p:txBody>
      </p:sp>
      <p:sp>
        <p:nvSpPr>
          <p:cNvPr id="88" name="Segnaposto testo 82">
            <a:extLst>
              <a:ext uri="{FF2B5EF4-FFF2-40B4-BE49-F238E27FC236}">
                <a16:creationId xmlns:a16="http://schemas.microsoft.com/office/drawing/2014/main" id="{049E8B34-6A64-4BBD-A35C-22A6CA41E35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141245" y="5016378"/>
            <a:ext cx="665162" cy="268288"/>
          </a:xfrm>
        </p:spPr>
        <p:txBody>
          <a:bodyPr lIns="0" tIns="0" rIns="0" bIns="0" rtlCol="0" anchor="ctr" anchorCtr="0">
            <a:noAutofit/>
          </a:bodyPr>
          <a:lstStyle>
            <a:lvl1pPr marL="0" indent="0" algn="ctr">
              <a:buNone/>
              <a:defRPr sz="1400"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 rtl="0"/>
            <a:r>
              <a:rPr lang="it-IT" noProof="0"/>
              <a:t>Apr</a:t>
            </a:r>
          </a:p>
        </p:txBody>
      </p:sp>
      <p:sp>
        <p:nvSpPr>
          <p:cNvPr id="89" name="Segnaposto testo 82">
            <a:extLst>
              <a:ext uri="{FF2B5EF4-FFF2-40B4-BE49-F238E27FC236}">
                <a16:creationId xmlns:a16="http://schemas.microsoft.com/office/drawing/2014/main" id="{97904633-5897-42A4-AF0F-2EA51A800CF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952342" y="5016378"/>
            <a:ext cx="665162" cy="268288"/>
          </a:xfrm>
        </p:spPr>
        <p:txBody>
          <a:bodyPr lIns="0" tIns="0" rIns="0" bIns="0" rtlCol="0" anchor="ctr" anchorCtr="0">
            <a:noAutofit/>
          </a:bodyPr>
          <a:lstStyle>
            <a:lvl1pPr marL="0" indent="0" algn="ctr">
              <a:buNone/>
              <a:defRPr sz="1400"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 rtl="0"/>
            <a:r>
              <a:rPr lang="it-IT" noProof="0"/>
              <a:t>Mag</a:t>
            </a:r>
          </a:p>
        </p:txBody>
      </p:sp>
      <p:sp>
        <p:nvSpPr>
          <p:cNvPr id="90" name="Segnaposto testo 82">
            <a:extLst>
              <a:ext uri="{FF2B5EF4-FFF2-40B4-BE49-F238E27FC236}">
                <a16:creationId xmlns:a16="http://schemas.microsoft.com/office/drawing/2014/main" id="{79DD194B-FCD9-41BA-9509-A8B90C84FE9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763439" y="5016378"/>
            <a:ext cx="665162" cy="268288"/>
          </a:xfrm>
        </p:spPr>
        <p:txBody>
          <a:bodyPr lIns="0" tIns="0" rIns="0" bIns="0" rtlCol="0" anchor="ctr" anchorCtr="0">
            <a:noAutofit/>
          </a:bodyPr>
          <a:lstStyle>
            <a:lvl1pPr marL="0" indent="0" algn="ctr">
              <a:buNone/>
              <a:defRPr sz="1400"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 rtl="0"/>
            <a:r>
              <a:rPr lang="it-IT" noProof="0"/>
              <a:t>Giu</a:t>
            </a:r>
          </a:p>
        </p:txBody>
      </p:sp>
      <p:sp>
        <p:nvSpPr>
          <p:cNvPr id="91" name="Segnaposto testo 82">
            <a:extLst>
              <a:ext uri="{FF2B5EF4-FFF2-40B4-BE49-F238E27FC236}">
                <a16:creationId xmlns:a16="http://schemas.microsoft.com/office/drawing/2014/main" id="{DB6D9DFF-FF4C-4CE7-8978-80DBC6D9C1A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574536" y="5016378"/>
            <a:ext cx="665162" cy="268288"/>
          </a:xfrm>
        </p:spPr>
        <p:txBody>
          <a:bodyPr lIns="0" tIns="0" rIns="0" bIns="0" rtlCol="0" anchor="ctr" anchorCtr="0">
            <a:noAutofit/>
          </a:bodyPr>
          <a:lstStyle>
            <a:lvl1pPr marL="0" indent="0" algn="ctr">
              <a:buNone/>
              <a:defRPr sz="1400"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 rtl="0"/>
            <a:r>
              <a:rPr lang="it-IT" noProof="0"/>
              <a:t>Lug</a:t>
            </a:r>
          </a:p>
        </p:txBody>
      </p:sp>
      <p:sp>
        <p:nvSpPr>
          <p:cNvPr id="92" name="Segnaposto testo 82">
            <a:extLst>
              <a:ext uri="{FF2B5EF4-FFF2-40B4-BE49-F238E27FC236}">
                <a16:creationId xmlns:a16="http://schemas.microsoft.com/office/drawing/2014/main" id="{1AF51762-8702-4718-B74C-51EF4D49849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385633" y="5016378"/>
            <a:ext cx="665162" cy="268288"/>
          </a:xfrm>
        </p:spPr>
        <p:txBody>
          <a:bodyPr lIns="0" tIns="0" rIns="0" bIns="0" rtlCol="0" anchor="ctr" anchorCtr="0">
            <a:noAutofit/>
          </a:bodyPr>
          <a:lstStyle>
            <a:lvl1pPr marL="0" indent="0" algn="ctr">
              <a:buNone/>
              <a:defRPr sz="1400"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 rtl="0"/>
            <a:r>
              <a:rPr lang="it-IT" noProof="0"/>
              <a:t>Ago</a:t>
            </a:r>
          </a:p>
        </p:txBody>
      </p:sp>
      <p:sp>
        <p:nvSpPr>
          <p:cNvPr id="93" name="Segnaposto testo 82">
            <a:extLst>
              <a:ext uri="{FF2B5EF4-FFF2-40B4-BE49-F238E27FC236}">
                <a16:creationId xmlns:a16="http://schemas.microsoft.com/office/drawing/2014/main" id="{B94382F6-3287-40E9-A2C6-E28B5F7F051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196730" y="5016378"/>
            <a:ext cx="665162" cy="268288"/>
          </a:xfrm>
        </p:spPr>
        <p:txBody>
          <a:bodyPr lIns="0" tIns="0" rIns="0" bIns="0" rtlCol="0" anchor="ctr" anchorCtr="0">
            <a:noAutofit/>
          </a:bodyPr>
          <a:lstStyle>
            <a:lvl1pPr marL="0" indent="0" algn="ctr">
              <a:buNone/>
              <a:defRPr sz="1400"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 rtl="0"/>
            <a:r>
              <a:rPr lang="it-IT" noProof="0"/>
              <a:t>Set</a:t>
            </a:r>
          </a:p>
        </p:txBody>
      </p:sp>
      <p:sp>
        <p:nvSpPr>
          <p:cNvPr id="94" name="Segnaposto testo 82">
            <a:extLst>
              <a:ext uri="{FF2B5EF4-FFF2-40B4-BE49-F238E27FC236}">
                <a16:creationId xmlns:a16="http://schemas.microsoft.com/office/drawing/2014/main" id="{138544EE-C7F5-4BEA-B814-148F88843B81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007827" y="5016378"/>
            <a:ext cx="665162" cy="268288"/>
          </a:xfrm>
        </p:spPr>
        <p:txBody>
          <a:bodyPr lIns="0" tIns="0" rIns="0" bIns="0" rtlCol="0" anchor="ctr" anchorCtr="0">
            <a:noAutofit/>
          </a:bodyPr>
          <a:lstStyle>
            <a:lvl1pPr marL="0" indent="0" algn="ctr">
              <a:buNone/>
              <a:defRPr sz="1400"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 rtl="0"/>
            <a:r>
              <a:rPr lang="it-IT" noProof="0"/>
              <a:t>Ott</a:t>
            </a:r>
          </a:p>
        </p:txBody>
      </p:sp>
      <p:sp>
        <p:nvSpPr>
          <p:cNvPr id="95" name="Segnaposto testo 82">
            <a:extLst>
              <a:ext uri="{FF2B5EF4-FFF2-40B4-BE49-F238E27FC236}">
                <a16:creationId xmlns:a16="http://schemas.microsoft.com/office/drawing/2014/main" id="{D4154B6A-8576-4E34-B9F7-848562D0FAC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818924" y="5016378"/>
            <a:ext cx="665162" cy="268288"/>
          </a:xfrm>
        </p:spPr>
        <p:txBody>
          <a:bodyPr lIns="0" tIns="0" rIns="0" bIns="0" rtlCol="0" anchor="ctr" anchorCtr="0">
            <a:noAutofit/>
          </a:bodyPr>
          <a:lstStyle>
            <a:lvl1pPr marL="0" indent="0" algn="ctr">
              <a:buNone/>
              <a:defRPr sz="1400"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 rtl="0"/>
            <a:r>
              <a:rPr lang="it-IT" noProof="0"/>
              <a:t>Nov</a:t>
            </a:r>
          </a:p>
        </p:txBody>
      </p:sp>
      <p:sp>
        <p:nvSpPr>
          <p:cNvPr id="96" name="Segnaposto testo 82">
            <a:extLst>
              <a:ext uri="{FF2B5EF4-FFF2-40B4-BE49-F238E27FC236}">
                <a16:creationId xmlns:a16="http://schemas.microsoft.com/office/drawing/2014/main" id="{50E931AF-D6F2-4AD6-AAD8-8472B8635808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96857" y="5311873"/>
            <a:ext cx="665162" cy="268288"/>
          </a:xfrm>
        </p:spPr>
        <p:txBody>
          <a:bodyPr lIns="0" tIns="0" rIns="0" bIns="0" rtlCol="0" anchor="ctr" anchorCtr="0">
            <a:no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 rtl="0"/>
            <a:r>
              <a:rPr lang="it-IT" noProof="0"/>
              <a:t>Inizio</a:t>
            </a:r>
          </a:p>
        </p:txBody>
      </p:sp>
      <p:sp>
        <p:nvSpPr>
          <p:cNvPr id="97" name="Segnaposto testo 82">
            <a:extLst>
              <a:ext uri="{FF2B5EF4-FFF2-40B4-BE49-F238E27FC236}">
                <a16:creationId xmlns:a16="http://schemas.microsoft.com/office/drawing/2014/main" id="{AAEA2E2F-AB4C-462B-B9B9-07B4AA406A4B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0020" y="5311873"/>
            <a:ext cx="665162" cy="268288"/>
          </a:xfrm>
        </p:spPr>
        <p:txBody>
          <a:bodyPr lIns="0" tIns="0" rIns="0" bIns="0" rtlCol="0" anchor="ctr" anchorCtr="0">
            <a:no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 rtl="0"/>
            <a:r>
              <a:rPr lang="it-IT" noProof="0"/>
              <a:t>T4</a:t>
            </a:r>
          </a:p>
        </p:txBody>
      </p:sp>
      <p:sp>
        <p:nvSpPr>
          <p:cNvPr id="98" name="Segnaposto testo 82">
            <a:extLst>
              <a:ext uri="{FF2B5EF4-FFF2-40B4-BE49-F238E27FC236}">
                <a16:creationId xmlns:a16="http://schemas.microsoft.com/office/drawing/2014/main" id="{791F5FE7-9124-491C-AD14-8CD8442EEDB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330148" y="5311873"/>
            <a:ext cx="665162" cy="268288"/>
          </a:xfrm>
        </p:spPr>
        <p:txBody>
          <a:bodyPr lIns="0" tIns="0" rIns="0" bIns="0" rtlCol="0" anchor="ctr" anchorCtr="0">
            <a:no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 rtl="0"/>
            <a:r>
              <a:rPr lang="it-IT" noProof="0"/>
              <a:t>T1</a:t>
            </a:r>
          </a:p>
        </p:txBody>
      </p:sp>
      <p:sp>
        <p:nvSpPr>
          <p:cNvPr id="99" name="Segnaposto testo 82">
            <a:extLst>
              <a:ext uri="{FF2B5EF4-FFF2-40B4-BE49-F238E27FC236}">
                <a16:creationId xmlns:a16="http://schemas.microsoft.com/office/drawing/2014/main" id="{AF9DDE50-FB12-4681-9F64-FAEEEE893267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763439" y="5311873"/>
            <a:ext cx="665162" cy="268288"/>
          </a:xfrm>
        </p:spPr>
        <p:txBody>
          <a:bodyPr lIns="0" tIns="0" rIns="0" bIns="0" rtlCol="0" anchor="ctr" anchorCtr="0">
            <a:no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 rtl="0"/>
            <a:r>
              <a:rPr lang="it-IT" noProof="0"/>
              <a:t>T2</a:t>
            </a:r>
          </a:p>
        </p:txBody>
      </p:sp>
      <p:sp>
        <p:nvSpPr>
          <p:cNvPr id="100" name="Segnaposto testo 82">
            <a:extLst>
              <a:ext uri="{FF2B5EF4-FFF2-40B4-BE49-F238E27FC236}">
                <a16:creationId xmlns:a16="http://schemas.microsoft.com/office/drawing/2014/main" id="{817AE0D5-8EF1-44A0-8F15-FBFA1111DCA0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196730" y="5311873"/>
            <a:ext cx="665162" cy="268288"/>
          </a:xfrm>
        </p:spPr>
        <p:txBody>
          <a:bodyPr lIns="0" tIns="0" rIns="0" bIns="0" rtlCol="0" anchor="ctr" anchorCtr="0">
            <a:no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 rtl="0"/>
            <a:r>
              <a:rPr lang="it-IT" noProof="0"/>
              <a:t>T3</a:t>
            </a:r>
          </a:p>
        </p:txBody>
      </p:sp>
      <p:sp>
        <p:nvSpPr>
          <p:cNvPr id="101" name="Segnaposto testo 82">
            <a:extLst>
              <a:ext uri="{FF2B5EF4-FFF2-40B4-BE49-F238E27FC236}">
                <a16:creationId xmlns:a16="http://schemas.microsoft.com/office/drawing/2014/main" id="{6664E19C-3384-49DD-BD5F-2E39375D444C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0806794" y="473961"/>
            <a:ext cx="958856" cy="551102"/>
          </a:xfrm>
        </p:spPr>
        <p:txBody>
          <a:bodyPr lIns="0" tIns="0" rIns="0" bIns="0" rtlCol="0" anchor="ctr" anchorCtr="0">
            <a:no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 rtl="0"/>
            <a:r>
              <a:rPr lang="it-IT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547758711"/>
      </p:ext>
    </p:extLst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black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tangolo 8">
            <a:extLst>
              <a:ext uri="{FF2B5EF4-FFF2-40B4-BE49-F238E27FC236}">
                <a16:creationId xmlns:a16="http://schemas.microsoft.com/office/drawing/2014/main" id="{3C03A4CD-FE79-4028-9257-B333F18B4B65}"/>
              </a:ext>
            </a:extLst>
          </p:cNvPr>
          <p:cNvSpPr/>
          <p:nvPr userDrawn="1"/>
        </p:nvSpPr>
        <p:spPr>
          <a:xfrm>
            <a:off x="0" y="5907024"/>
            <a:ext cx="12192000" cy="9509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it-IT" noProof="0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F08F9F4D-7DD9-4077-8153-670942A97BEE}"/>
              </a:ext>
            </a:extLst>
          </p:cNvPr>
          <p:cNvSpPr/>
          <p:nvPr userDrawn="1"/>
        </p:nvSpPr>
        <p:spPr>
          <a:xfrm>
            <a:off x="0" y="-12319"/>
            <a:ext cx="12192000" cy="1837944"/>
          </a:xfrm>
          <a:prstGeom prst="rect">
            <a:avLst/>
          </a:prstGeom>
          <a:gradFill>
            <a:gsLst>
              <a:gs pos="100000">
                <a:srgbClr val="FFFFFF"/>
              </a:gs>
              <a:gs pos="0">
                <a:schemeClr val="accent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noProof="0"/>
          </a:p>
        </p:txBody>
      </p:sp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C1E135A5-20A6-4840-A3B8-344FE1147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F0C2256-058A-44EB-B01D-495EA67AEB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it-IT" noProof="0"/>
              <a:t>Modifica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9A45EF5-9865-4519-96D5-D0879EED84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107828" y="61999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2"/>
                </a:solidFill>
                <a:latin typeface="+mj-lt"/>
              </a:defRPr>
            </a:lvl1pPr>
          </a:lstStyle>
          <a:p>
            <a:pPr rtl="0"/>
            <a:r>
              <a:rPr lang="it-IT" noProof="0" dirty="0"/>
              <a:t>GG.MM.20XX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60F0846-9F3F-48DA-AAD0-37D525DD9A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1999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endParaRPr lang="it-IT" noProof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AD316A1-0B18-4964-AEE0-02122B9519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84182" y="6199950"/>
            <a:ext cx="429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2"/>
                </a:solidFill>
              </a:defRPr>
            </a:lvl1pPr>
          </a:lstStyle>
          <a:p>
            <a:pPr rtl="0"/>
            <a:fld id="{06075B66-BB0A-40EC-93F2-D831CFF2799C}" type="slidenum">
              <a:rPr lang="it-IT" noProof="0" smtClean="0"/>
              <a:pPr rtl="0"/>
              <a:t>‹#›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2727594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78" userDrawn="1">
          <p15:clr>
            <a:srgbClr val="F26B43"/>
          </p15:clr>
        </p15:guide>
        <p15:guide id="2" pos="279" userDrawn="1">
          <p15:clr>
            <a:srgbClr val="F26B43"/>
          </p15:clr>
        </p15:guide>
        <p15:guide id="3" pos="7401" userDrawn="1">
          <p15:clr>
            <a:srgbClr val="F26B43"/>
          </p15:clr>
        </p15:guide>
        <p15:guide id="4" orient="horz" pos="404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Segnaposto immagine 44">
            <a:extLst>
              <a:ext uri="{FF2B5EF4-FFF2-40B4-BE49-F238E27FC236}">
                <a16:creationId xmlns:a16="http://schemas.microsoft.com/office/drawing/2014/main" id="{179B6FD3-8F7B-4B14-87FE-316E6161CA2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tretch>
            <a:fillRect/>
          </a:stretch>
        </p:blipFill>
        <p:spPr>
          <a:xfrm>
            <a:off x="442913" y="525191"/>
            <a:ext cx="960119" cy="685800"/>
          </a:xfr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BC6E9AD5-350E-4FC7-BC29-0A27A19D53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01126"/>
            <a:ext cx="9144000" cy="685801"/>
          </a:xfrm>
        </p:spPr>
        <p:txBody>
          <a:bodyPr rtlCol="0">
            <a:normAutofit fontScale="90000"/>
          </a:bodyPr>
          <a:lstStyle/>
          <a:p>
            <a:pPr rtl="0"/>
            <a:r>
              <a:rPr lang="en-GB" noProof="0" dirty="0"/>
              <a:t>Netflix Killer Roadmap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B54E53CF-0A1D-468B-A4BC-ED73320B24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032749"/>
            <a:ext cx="9144000" cy="492294"/>
          </a:xfrm>
        </p:spPr>
        <p:txBody>
          <a:bodyPr rtlCol="0"/>
          <a:lstStyle/>
          <a:p>
            <a:pPr rtl="0"/>
            <a:r>
              <a:rPr lang="en-GB" noProof="0" dirty="0"/>
              <a:t>Web Streaming Service</a:t>
            </a:r>
          </a:p>
        </p:txBody>
      </p:sp>
      <p:sp>
        <p:nvSpPr>
          <p:cNvPr id="41" name="Segnaposto testo 40">
            <a:extLst>
              <a:ext uri="{FF2B5EF4-FFF2-40B4-BE49-F238E27FC236}">
                <a16:creationId xmlns:a16="http://schemas.microsoft.com/office/drawing/2014/main" id="{DB8782C9-57B8-48CF-ADDD-999E486DC64D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148935" y="365323"/>
            <a:ext cx="1616715" cy="551102"/>
          </a:xfrm>
        </p:spPr>
        <p:txBody>
          <a:bodyPr rtlCol="0"/>
          <a:lstStyle/>
          <a:p>
            <a:pPr rtl="0"/>
            <a:r>
              <a:rPr lang="en-GB" noProof="0" dirty="0"/>
              <a:t>2025-2026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75A9A999-A5A3-4817-8459-1CB0598066F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29626" y="1564280"/>
            <a:ext cx="2041718" cy="1958062"/>
          </a:xfrm>
        </p:spPr>
        <p:txBody>
          <a:bodyPr rtlCol="0" anchor="t"/>
          <a:lstStyle/>
          <a:p>
            <a:pPr indent="0" rtl="0">
              <a:buNone/>
            </a:pPr>
            <a:r>
              <a:rPr lang="en-GB" sz="1600" noProof="0" dirty="0">
                <a:solidFill>
                  <a:schemeClr val="tx1"/>
                </a:solidFill>
                <a:latin typeface="Times New Roman (Corpo)"/>
              </a:rPr>
              <a:t>Product Definition &amp; Planning:</a:t>
            </a:r>
          </a:p>
          <a:p>
            <a:pPr rtl="0"/>
            <a:r>
              <a:rPr lang="en-GB" noProof="0" dirty="0"/>
              <a:t>MVP scope</a:t>
            </a:r>
          </a:p>
          <a:p>
            <a:pPr rtl="0"/>
            <a:r>
              <a:rPr lang="en-GB" noProof="0" dirty="0"/>
              <a:t>Competitive Analysis</a:t>
            </a:r>
          </a:p>
          <a:p>
            <a:pPr rtl="0"/>
            <a:r>
              <a:rPr lang="en-GB" noProof="0" dirty="0"/>
              <a:t>System design requirements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3A57EA50-4A87-4928-866B-D4D9065D35B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rtlCol="0"/>
          <a:lstStyle/>
          <a:p>
            <a:pPr rtl="0"/>
            <a:r>
              <a:rPr lang="en-GB" noProof="0" dirty="0"/>
              <a:t>00</a:t>
            </a:r>
          </a:p>
        </p:txBody>
      </p:sp>
      <p:sp>
        <p:nvSpPr>
          <p:cNvPr id="12" name="Segnaposto testo 11">
            <a:extLst>
              <a:ext uri="{FF2B5EF4-FFF2-40B4-BE49-F238E27FC236}">
                <a16:creationId xmlns:a16="http://schemas.microsoft.com/office/drawing/2014/main" id="{2C456EA8-676F-4A22-9DDD-9A70DEB9F52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 rtlCol="0"/>
          <a:lstStyle/>
          <a:p>
            <a:pPr rtl="0"/>
            <a:r>
              <a:rPr lang="en-GB" noProof="0" dirty="0"/>
              <a:t>01</a:t>
            </a:r>
          </a:p>
        </p:txBody>
      </p:sp>
      <p:sp>
        <p:nvSpPr>
          <p:cNvPr id="13" name="Segnaposto testo 12">
            <a:extLst>
              <a:ext uri="{FF2B5EF4-FFF2-40B4-BE49-F238E27FC236}">
                <a16:creationId xmlns:a16="http://schemas.microsoft.com/office/drawing/2014/main" id="{B555D83C-486C-4D0A-A30A-B69CE726204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 rtlCol="0"/>
          <a:lstStyle/>
          <a:p>
            <a:pPr rtl="0"/>
            <a:r>
              <a:rPr lang="en-GB" noProof="0" dirty="0"/>
              <a:t>02</a:t>
            </a:r>
          </a:p>
        </p:txBody>
      </p:sp>
      <p:sp>
        <p:nvSpPr>
          <p:cNvPr id="20" name="Segnaposto testo 19">
            <a:extLst>
              <a:ext uri="{FF2B5EF4-FFF2-40B4-BE49-F238E27FC236}">
                <a16:creationId xmlns:a16="http://schemas.microsoft.com/office/drawing/2014/main" id="{7AC44AA9-5E1A-4719-8E9A-86DEDF72411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 rtlCol="0"/>
          <a:lstStyle/>
          <a:p>
            <a:pPr rtl="0"/>
            <a:r>
              <a:rPr lang="en-GB" noProof="0" dirty="0"/>
              <a:t>03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9C06C12E-0862-4736-A276-C8B4B231BEA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378294" y="1570439"/>
            <a:ext cx="1394566" cy="1947811"/>
          </a:xfrm>
        </p:spPr>
        <p:txBody>
          <a:bodyPr rtlCol="0" anchor="t"/>
          <a:lstStyle/>
          <a:p>
            <a:pPr indent="0" rtl="0">
              <a:buNone/>
            </a:pPr>
            <a:r>
              <a:rPr lang="en-GB" sz="1600" noProof="0" dirty="0">
                <a:solidFill>
                  <a:schemeClr val="tx1"/>
                </a:solidFill>
              </a:rPr>
              <a:t>Tech Stack Selection:</a:t>
            </a:r>
          </a:p>
          <a:p>
            <a:pPr rtl="0"/>
            <a:r>
              <a:rPr lang="en-GB" noProof="0" dirty="0"/>
              <a:t>Frontend</a:t>
            </a:r>
          </a:p>
          <a:p>
            <a:pPr rtl="0"/>
            <a:r>
              <a:rPr lang="en-GB" noProof="0" dirty="0"/>
              <a:t>Backend</a:t>
            </a:r>
          </a:p>
          <a:p>
            <a:pPr rtl="0"/>
            <a:r>
              <a:rPr lang="en-GB" noProof="0" dirty="0"/>
              <a:t>Database</a:t>
            </a:r>
          </a:p>
          <a:p>
            <a:pPr rtl="0"/>
            <a:r>
              <a:rPr lang="en-GB" noProof="0" dirty="0"/>
              <a:t>Infrastructure</a:t>
            </a:r>
          </a:p>
        </p:txBody>
      </p:sp>
      <p:sp>
        <p:nvSpPr>
          <p:cNvPr id="19" name="Segnaposto testo 18">
            <a:extLst>
              <a:ext uri="{FF2B5EF4-FFF2-40B4-BE49-F238E27FC236}">
                <a16:creationId xmlns:a16="http://schemas.microsoft.com/office/drawing/2014/main" id="{40EFE398-C48E-4A85-934D-1EC189A28D7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 rtlCol="0"/>
          <a:lstStyle/>
          <a:p>
            <a:pPr rtl="0"/>
            <a:r>
              <a:rPr lang="en-GB" noProof="0" dirty="0"/>
              <a:t>04</a:t>
            </a:r>
          </a:p>
        </p:txBody>
      </p:sp>
      <p:sp>
        <p:nvSpPr>
          <p:cNvPr id="18" name="Segnaposto testo 17">
            <a:extLst>
              <a:ext uri="{FF2B5EF4-FFF2-40B4-BE49-F238E27FC236}">
                <a16:creationId xmlns:a16="http://schemas.microsoft.com/office/drawing/2014/main" id="{E3EA5FC6-3968-47C8-9B08-396A8B433D22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 rtlCol="0"/>
          <a:lstStyle/>
          <a:p>
            <a:pPr rtl="0"/>
            <a:r>
              <a:rPr lang="en-GB" noProof="0" dirty="0"/>
              <a:t>05</a:t>
            </a:r>
          </a:p>
        </p:txBody>
      </p:sp>
      <p:sp>
        <p:nvSpPr>
          <p:cNvPr id="17" name="Segnaposto testo 16">
            <a:extLst>
              <a:ext uri="{FF2B5EF4-FFF2-40B4-BE49-F238E27FC236}">
                <a16:creationId xmlns:a16="http://schemas.microsoft.com/office/drawing/2014/main" id="{567092EB-0B63-403A-8335-231A09146AF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 rtlCol="0"/>
          <a:lstStyle/>
          <a:p>
            <a:pPr rtl="0"/>
            <a:r>
              <a:rPr lang="en-GB" noProof="0" dirty="0"/>
              <a:t>06</a:t>
            </a:r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569E8B88-74CA-460F-AD40-53CFDAA90D1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879810" y="1570440"/>
            <a:ext cx="2302346" cy="1993207"/>
          </a:xfrm>
        </p:spPr>
        <p:txBody>
          <a:bodyPr rtlCol="0" anchor="t"/>
          <a:lstStyle/>
          <a:p>
            <a:pPr indent="0" rtl="0">
              <a:buNone/>
            </a:pPr>
            <a:r>
              <a:rPr lang="en-GB" sz="1600" noProof="0" dirty="0">
                <a:solidFill>
                  <a:schemeClr val="tx1"/>
                </a:solidFill>
              </a:rPr>
              <a:t>Development:</a:t>
            </a:r>
          </a:p>
          <a:p>
            <a:pPr rtl="0"/>
            <a:r>
              <a:rPr lang="en-GB" dirty="0"/>
              <a:t>U</a:t>
            </a:r>
            <a:r>
              <a:rPr lang="en-GB" noProof="0" dirty="0"/>
              <a:t>ser management</a:t>
            </a:r>
          </a:p>
          <a:p>
            <a:pPr rtl="0"/>
            <a:r>
              <a:rPr lang="en-GB" dirty="0"/>
              <a:t>Content management</a:t>
            </a:r>
            <a:endParaRPr lang="en-GB" noProof="0" dirty="0"/>
          </a:p>
          <a:p>
            <a:pPr rtl="0"/>
            <a:r>
              <a:rPr lang="en-GB" dirty="0"/>
              <a:t>Video encoding &amp; storage</a:t>
            </a:r>
            <a:endParaRPr lang="en-GB" noProof="0" dirty="0"/>
          </a:p>
          <a:p>
            <a:pPr rtl="0"/>
            <a:r>
              <a:rPr lang="en-GB" dirty="0"/>
              <a:t>Video streaming</a:t>
            </a:r>
          </a:p>
          <a:p>
            <a:pPr rtl="0"/>
            <a:r>
              <a:rPr lang="en-GB" noProof="0" dirty="0"/>
              <a:t>Search &amp; recommendation</a:t>
            </a:r>
          </a:p>
          <a:p>
            <a:pPr rtl="0"/>
            <a:r>
              <a:rPr lang="en-GB" dirty="0"/>
              <a:t>Payment integration</a:t>
            </a:r>
            <a:endParaRPr lang="en-GB" noProof="0" dirty="0"/>
          </a:p>
        </p:txBody>
      </p:sp>
      <p:sp>
        <p:nvSpPr>
          <p:cNvPr id="16" name="Segnaposto testo 15">
            <a:extLst>
              <a:ext uri="{FF2B5EF4-FFF2-40B4-BE49-F238E27FC236}">
                <a16:creationId xmlns:a16="http://schemas.microsoft.com/office/drawing/2014/main" id="{4E580EFA-C43A-4BFC-BDA6-9EA8D2AE466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 rtlCol="0"/>
          <a:lstStyle/>
          <a:p>
            <a:pPr rtl="0"/>
            <a:r>
              <a:rPr lang="en-GB" noProof="0" dirty="0"/>
              <a:t>07</a:t>
            </a:r>
          </a:p>
        </p:txBody>
      </p:sp>
      <p:sp>
        <p:nvSpPr>
          <p:cNvPr id="21" name="Segnaposto testo 20">
            <a:extLst>
              <a:ext uri="{FF2B5EF4-FFF2-40B4-BE49-F238E27FC236}">
                <a16:creationId xmlns:a16="http://schemas.microsoft.com/office/drawing/2014/main" id="{FBA48EE7-CB12-4CA2-9FA0-71703EF74FD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 rtlCol="0"/>
          <a:lstStyle/>
          <a:p>
            <a:pPr rtl="0"/>
            <a:r>
              <a:rPr lang="en-GB" noProof="0" dirty="0"/>
              <a:t>08</a:t>
            </a:r>
          </a:p>
        </p:txBody>
      </p:sp>
      <p:sp>
        <p:nvSpPr>
          <p:cNvPr id="15" name="Segnaposto testo 14">
            <a:extLst>
              <a:ext uri="{FF2B5EF4-FFF2-40B4-BE49-F238E27FC236}">
                <a16:creationId xmlns:a16="http://schemas.microsoft.com/office/drawing/2014/main" id="{49B2DA48-E72F-4B19-8C0C-412B8500E7E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 rtlCol="0"/>
          <a:lstStyle/>
          <a:p>
            <a:pPr rtl="0"/>
            <a:r>
              <a:rPr lang="en-GB" noProof="0" dirty="0"/>
              <a:t>09</a:t>
            </a:r>
          </a:p>
        </p:txBody>
      </p:sp>
      <p:sp>
        <p:nvSpPr>
          <p:cNvPr id="9" name="Segnaposto testo 8">
            <a:extLst>
              <a:ext uri="{FF2B5EF4-FFF2-40B4-BE49-F238E27FC236}">
                <a16:creationId xmlns:a16="http://schemas.microsoft.com/office/drawing/2014/main" id="{23DEEA8D-0C4D-422F-9B71-EBA8E1D5E83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89106" y="1575782"/>
            <a:ext cx="1974495" cy="1993207"/>
          </a:xfrm>
        </p:spPr>
        <p:txBody>
          <a:bodyPr rtlCol="0" anchor="t"/>
          <a:lstStyle/>
          <a:p>
            <a:pPr indent="0" rtl="0">
              <a:spcBef>
                <a:spcPts val="0"/>
              </a:spcBef>
              <a:buNone/>
            </a:pPr>
            <a:r>
              <a:rPr lang="en-GB" sz="1600" noProof="0" dirty="0">
                <a:solidFill>
                  <a:schemeClr val="tx1"/>
                </a:solidFill>
              </a:rPr>
              <a:t>Security &amp; Performance:</a:t>
            </a:r>
          </a:p>
          <a:p>
            <a:pPr rtl="0"/>
            <a:r>
              <a:rPr lang="en-GB" dirty="0"/>
              <a:t>DRM encryption</a:t>
            </a:r>
            <a:endParaRPr lang="en-GB" noProof="0" dirty="0"/>
          </a:p>
          <a:p>
            <a:pPr rtl="0"/>
            <a:r>
              <a:rPr lang="en-GB" dirty="0"/>
              <a:t>Tokenized streaming</a:t>
            </a:r>
            <a:endParaRPr lang="en-GB" noProof="0" dirty="0"/>
          </a:p>
          <a:p>
            <a:pPr rtl="0"/>
            <a:r>
              <a:rPr lang="en-GB" dirty="0"/>
              <a:t>IP blacklisting</a:t>
            </a:r>
            <a:endParaRPr lang="en-GB" noProof="0" dirty="0"/>
          </a:p>
          <a:p>
            <a:pPr rtl="0"/>
            <a:r>
              <a:rPr lang="en-GB" dirty="0"/>
              <a:t>HTTPS &amp; secure headers</a:t>
            </a:r>
            <a:endParaRPr lang="en-GB" noProof="0" dirty="0"/>
          </a:p>
        </p:txBody>
      </p:sp>
      <p:sp>
        <p:nvSpPr>
          <p:cNvPr id="22" name="Segnaposto testo 21">
            <a:extLst>
              <a:ext uri="{FF2B5EF4-FFF2-40B4-BE49-F238E27FC236}">
                <a16:creationId xmlns:a16="http://schemas.microsoft.com/office/drawing/2014/main" id="{C22D6455-1360-43AE-AD93-A57FC009729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 rtlCol="0"/>
          <a:lstStyle/>
          <a:p>
            <a:pPr rtl="0"/>
            <a:r>
              <a:rPr lang="en-GB" noProof="0" dirty="0"/>
              <a:t>10</a:t>
            </a:r>
          </a:p>
        </p:txBody>
      </p:sp>
      <p:sp>
        <p:nvSpPr>
          <p:cNvPr id="14" name="Segnaposto testo 13">
            <a:extLst>
              <a:ext uri="{FF2B5EF4-FFF2-40B4-BE49-F238E27FC236}">
                <a16:creationId xmlns:a16="http://schemas.microsoft.com/office/drawing/2014/main" id="{ECF361A9-ACE5-4A3F-9414-E1D43E0F573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 rtlCol="0"/>
          <a:lstStyle/>
          <a:p>
            <a:pPr rtl="0"/>
            <a:r>
              <a:rPr lang="en-GB" noProof="0" dirty="0"/>
              <a:t>11</a:t>
            </a:r>
          </a:p>
        </p:txBody>
      </p:sp>
      <p:sp>
        <p:nvSpPr>
          <p:cNvPr id="11" name="Segnaposto testo 10">
            <a:extLst>
              <a:ext uri="{FF2B5EF4-FFF2-40B4-BE49-F238E27FC236}">
                <a16:creationId xmlns:a16="http://schemas.microsoft.com/office/drawing/2014/main" id="{FE1A5412-2C4C-4F79-ADB8-566C0288959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 rtlCol="0"/>
          <a:lstStyle/>
          <a:p>
            <a:pPr rtl="0"/>
            <a:r>
              <a:rPr lang="en-GB" noProof="0" dirty="0"/>
              <a:t>12</a:t>
            </a:r>
          </a:p>
        </p:txBody>
      </p:sp>
      <p:sp>
        <p:nvSpPr>
          <p:cNvPr id="10" name="Segnaposto testo 9">
            <a:extLst>
              <a:ext uri="{FF2B5EF4-FFF2-40B4-BE49-F238E27FC236}">
                <a16:creationId xmlns:a16="http://schemas.microsoft.com/office/drawing/2014/main" id="{E7DB0D79-D19D-40DC-B6B1-B0804CA0C8C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70551" y="1571691"/>
            <a:ext cx="1585042" cy="1994242"/>
          </a:xfrm>
        </p:spPr>
        <p:txBody>
          <a:bodyPr rtlCol="0" anchor="t"/>
          <a:lstStyle/>
          <a:p>
            <a:pPr indent="0" rtl="0">
              <a:spcBef>
                <a:spcPts val="0"/>
              </a:spcBef>
              <a:buNone/>
            </a:pPr>
            <a:r>
              <a:rPr lang="en-GB" sz="1600" noProof="0" dirty="0">
                <a:solidFill>
                  <a:schemeClr val="tx1"/>
                </a:solidFill>
              </a:rPr>
              <a:t>Deployment &amp; Monitoring:</a:t>
            </a:r>
          </a:p>
          <a:p>
            <a:pPr rtl="0"/>
            <a:r>
              <a:rPr lang="en-GB" dirty="0"/>
              <a:t>CI/CD</a:t>
            </a:r>
            <a:endParaRPr lang="en-GB" noProof="0" dirty="0"/>
          </a:p>
          <a:p>
            <a:pPr rtl="0"/>
            <a:r>
              <a:rPr lang="en-GB" dirty="0"/>
              <a:t>Containerization</a:t>
            </a:r>
            <a:endParaRPr lang="en-GB" noProof="0" dirty="0"/>
          </a:p>
          <a:p>
            <a:pPr rtl="0"/>
            <a:r>
              <a:rPr lang="en-GB" dirty="0"/>
              <a:t>Monitoring</a:t>
            </a:r>
          </a:p>
          <a:p>
            <a:pPr rtl="0"/>
            <a:endParaRPr lang="en-GB" noProof="0" dirty="0"/>
          </a:p>
        </p:txBody>
      </p:sp>
      <p:sp>
        <p:nvSpPr>
          <p:cNvPr id="36" name="Segnaposto testo 35">
            <a:extLst>
              <a:ext uri="{FF2B5EF4-FFF2-40B4-BE49-F238E27FC236}">
                <a16:creationId xmlns:a16="http://schemas.microsoft.com/office/drawing/2014/main" id="{01449542-B079-445F-BFDA-89C13405BDD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896857" y="5438616"/>
            <a:ext cx="665162" cy="268288"/>
          </a:xfrm>
        </p:spPr>
        <p:txBody>
          <a:bodyPr rtlCol="0"/>
          <a:lstStyle/>
          <a:p>
            <a:pPr rtl="0"/>
            <a:r>
              <a:rPr lang="en-GB" noProof="0" dirty="0"/>
              <a:t>Ph1</a:t>
            </a:r>
          </a:p>
          <a:p>
            <a:pPr rtl="0">
              <a:spcBef>
                <a:spcPts val="0"/>
              </a:spcBef>
            </a:pPr>
            <a:r>
              <a:rPr lang="en-GB" dirty="0"/>
              <a:t>Start</a:t>
            </a:r>
            <a:endParaRPr lang="en-GB" noProof="0" dirty="0"/>
          </a:p>
        </p:txBody>
      </p:sp>
      <p:sp>
        <p:nvSpPr>
          <p:cNvPr id="23" name="Segnaposto testo 22">
            <a:extLst>
              <a:ext uri="{FF2B5EF4-FFF2-40B4-BE49-F238E27FC236}">
                <a16:creationId xmlns:a16="http://schemas.microsoft.com/office/drawing/2014/main" id="{7D0ED027-7E1C-4972-9635-43C3CCBC95E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 rtlCol="0"/>
          <a:lstStyle/>
          <a:p>
            <a:pPr rtl="0"/>
            <a:r>
              <a:rPr lang="en-GB" noProof="0" dirty="0"/>
              <a:t>Dec</a:t>
            </a:r>
          </a:p>
        </p:txBody>
      </p:sp>
      <p:sp>
        <p:nvSpPr>
          <p:cNvPr id="25" name="Segnaposto testo 24">
            <a:extLst>
              <a:ext uri="{FF2B5EF4-FFF2-40B4-BE49-F238E27FC236}">
                <a16:creationId xmlns:a16="http://schemas.microsoft.com/office/drawing/2014/main" id="{C6B957DB-34A2-4206-A0CA-BF4BF0A819D3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 rtlCol="0"/>
          <a:lstStyle/>
          <a:p>
            <a:pPr rtl="0"/>
            <a:r>
              <a:rPr lang="en-GB" noProof="0" dirty="0"/>
              <a:t>Gen</a:t>
            </a:r>
          </a:p>
        </p:txBody>
      </p:sp>
      <p:sp>
        <p:nvSpPr>
          <p:cNvPr id="26" name="Segnaposto testo 25">
            <a:extLst>
              <a:ext uri="{FF2B5EF4-FFF2-40B4-BE49-F238E27FC236}">
                <a16:creationId xmlns:a16="http://schemas.microsoft.com/office/drawing/2014/main" id="{F8067B9B-412D-4323-AD17-FFFE180E7EC1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 rtlCol="0"/>
          <a:lstStyle/>
          <a:p>
            <a:pPr rtl="0"/>
            <a:r>
              <a:rPr lang="en-GB" noProof="0" dirty="0"/>
              <a:t>Feb</a:t>
            </a:r>
          </a:p>
        </p:txBody>
      </p:sp>
      <p:sp>
        <p:nvSpPr>
          <p:cNvPr id="38" name="Segnaposto testo 37">
            <a:extLst>
              <a:ext uri="{FF2B5EF4-FFF2-40B4-BE49-F238E27FC236}">
                <a16:creationId xmlns:a16="http://schemas.microsoft.com/office/drawing/2014/main" id="{0E5B547A-81B2-429D-85E6-67508F7C6314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33448" y="5311873"/>
            <a:ext cx="665162" cy="268288"/>
          </a:xfrm>
        </p:spPr>
        <p:txBody>
          <a:bodyPr rtlCol="0"/>
          <a:lstStyle/>
          <a:p>
            <a:pPr rtl="0"/>
            <a:r>
              <a:rPr lang="en-GB" noProof="0" dirty="0"/>
              <a:t>Ph2</a:t>
            </a:r>
          </a:p>
        </p:txBody>
      </p:sp>
      <p:sp>
        <p:nvSpPr>
          <p:cNvPr id="27" name="Segnaposto testo 26">
            <a:extLst>
              <a:ext uri="{FF2B5EF4-FFF2-40B4-BE49-F238E27FC236}">
                <a16:creationId xmlns:a16="http://schemas.microsoft.com/office/drawing/2014/main" id="{A45997BA-5C46-4D01-85BE-847C684C0D7A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 rtlCol="0"/>
          <a:lstStyle/>
          <a:p>
            <a:pPr rtl="0"/>
            <a:r>
              <a:rPr lang="en-GB" noProof="0" dirty="0"/>
              <a:t>Mar</a:t>
            </a:r>
          </a:p>
        </p:txBody>
      </p:sp>
      <p:sp>
        <p:nvSpPr>
          <p:cNvPr id="28" name="Segnaposto testo 27">
            <a:extLst>
              <a:ext uri="{FF2B5EF4-FFF2-40B4-BE49-F238E27FC236}">
                <a16:creationId xmlns:a16="http://schemas.microsoft.com/office/drawing/2014/main" id="{BC29E957-81A4-4B9B-A5E5-A4579BAB6DD1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 rtlCol="0"/>
          <a:lstStyle/>
          <a:p>
            <a:pPr rtl="0"/>
            <a:r>
              <a:rPr lang="en-GB" noProof="0" dirty="0"/>
              <a:t>Apr</a:t>
            </a:r>
          </a:p>
        </p:txBody>
      </p:sp>
      <p:sp>
        <p:nvSpPr>
          <p:cNvPr id="29" name="Segnaposto testo 28">
            <a:extLst>
              <a:ext uri="{FF2B5EF4-FFF2-40B4-BE49-F238E27FC236}">
                <a16:creationId xmlns:a16="http://schemas.microsoft.com/office/drawing/2014/main" id="{9B899C00-7267-446C-A2B1-FB67D08D76CE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 rtlCol="0"/>
          <a:lstStyle/>
          <a:p>
            <a:pPr rtl="0"/>
            <a:r>
              <a:rPr lang="en-GB" noProof="0" dirty="0"/>
              <a:t>May</a:t>
            </a:r>
          </a:p>
        </p:txBody>
      </p:sp>
      <p:sp>
        <p:nvSpPr>
          <p:cNvPr id="39" name="Segnaposto testo 38">
            <a:extLst>
              <a:ext uri="{FF2B5EF4-FFF2-40B4-BE49-F238E27FC236}">
                <a16:creationId xmlns:a16="http://schemas.microsoft.com/office/drawing/2014/main" id="{71A0C0EF-AAD2-48C4-95DD-42D22724CC68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3337114" y="5311873"/>
            <a:ext cx="665162" cy="268288"/>
          </a:xfrm>
        </p:spPr>
        <p:txBody>
          <a:bodyPr rtlCol="0"/>
          <a:lstStyle/>
          <a:p>
            <a:pPr rtl="0"/>
            <a:r>
              <a:rPr lang="en-GB" dirty="0"/>
              <a:t>Ph3</a:t>
            </a:r>
            <a:endParaRPr lang="en-GB" noProof="0" dirty="0"/>
          </a:p>
        </p:txBody>
      </p:sp>
      <p:sp>
        <p:nvSpPr>
          <p:cNvPr id="30" name="Segnaposto testo 29">
            <a:extLst>
              <a:ext uri="{FF2B5EF4-FFF2-40B4-BE49-F238E27FC236}">
                <a16:creationId xmlns:a16="http://schemas.microsoft.com/office/drawing/2014/main" id="{B0758E7E-7396-45F4-B46F-9D130C063945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 rtlCol="0"/>
          <a:lstStyle/>
          <a:p>
            <a:pPr rtl="0"/>
            <a:r>
              <a:rPr lang="en-GB" dirty="0"/>
              <a:t>J</a:t>
            </a:r>
            <a:r>
              <a:rPr lang="en-GB" noProof="0" dirty="0"/>
              <a:t>un</a:t>
            </a:r>
          </a:p>
        </p:txBody>
      </p:sp>
      <p:sp>
        <p:nvSpPr>
          <p:cNvPr id="31" name="Segnaposto testo 30">
            <a:extLst>
              <a:ext uri="{FF2B5EF4-FFF2-40B4-BE49-F238E27FC236}">
                <a16:creationId xmlns:a16="http://schemas.microsoft.com/office/drawing/2014/main" id="{07D14E8A-AAC9-4E3C-BA14-F715A6A94F2D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 rtlCol="0"/>
          <a:lstStyle/>
          <a:p>
            <a:pPr rtl="0"/>
            <a:r>
              <a:rPr lang="en-GB" noProof="0" dirty="0"/>
              <a:t>Jul</a:t>
            </a:r>
          </a:p>
        </p:txBody>
      </p:sp>
      <p:sp>
        <p:nvSpPr>
          <p:cNvPr id="32" name="Segnaposto testo 31">
            <a:extLst>
              <a:ext uri="{FF2B5EF4-FFF2-40B4-BE49-F238E27FC236}">
                <a16:creationId xmlns:a16="http://schemas.microsoft.com/office/drawing/2014/main" id="{5554884F-66BA-402B-ADDE-CC699A1B2990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 rtlCol="0"/>
          <a:lstStyle/>
          <a:p>
            <a:pPr rtl="0"/>
            <a:r>
              <a:rPr lang="en-GB" noProof="0" dirty="0"/>
              <a:t>Aug</a:t>
            </a:r>
          </a:p>
        </p:txBody>
      </p:sp>
      <p:sp>
        <p:nvSpPr>
          <p:cNvPr id="40" name="Segnaposto testo 39">
            <a:extLst>
              <a:ext uri="{FF2B5EF4-FFF2-40B4-BE49-F238E27FC236}">
                <a16:creationId xmlns:a16="http://schemas.microsoft.com/office/drawing/2014/main" id="{AED693DD-1906-4DAC-9E4B-1A2988A939B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6585222" y="5311873"/>
            <a:ext cx="665162" cy="268288"/>
          </a:xfrm>
        </p:spPr>
        <p:txBody>
          <a:bodyPr rtlCol="0"/>
          <a:lstStyle/>
          <a:p>
            <a:pPr rtl="0"/>
            <a:r>
              <a:rPr lang="en-GB" dirty="0"/>
              <a:t>Ph4</a:t>
            </a:r>
            <a:endParaRPr lang="en-GB" noProof="0" dirty="0"/>
          </a:p>
        </p:txBody>
      </p:sp>
      <p:sp>
        <p:nvSpPr>
          <p:cNvPr id="33" name="Segnaposto testo 32">
            <a:extLst>
              <a:ext uri="{FF2B5EF4-FFF2-40B4-BE49-F238E27FC236}">
                <a16:creationId xmlns:a16="http://schemas.microsoft.com/office/drawing/2014/main" id="{9D0557D9-DD1A-45BD-9ABC-770ED9B89599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 rtlCol="0"/>
          <a:lstStyle/>
          <a:p>
            <a:pPr rtl="0"/>
            <a:r>
              <a:rPr lang="en-GB" noProof="0" dirty="0"/>
              <a:t>Sep</a:t>
            </a:r>
          </a:p>
        </p:txBody>
      </p:sp>
      <p:sp>
        <p:nvSpPr>
          <p:cNvPr id="34" name="Segnaposto testo 33">
            <a:extLst>
              <a:ext uri="{FF2B5EF4-FFF2-40B4-BE49-F238E27FC236}">
                <a16:creationId xmlns:a16="http://schemas.microsoft.com/office/drawing/2014/main" id="{F2DC268D-208E-4A27-BD7E-429919C88688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 rtlCol="0"/>
          <a:lstStyle/>
          <a:p>
            <a:pPr rtl="0"/>
            <a:r>
              <a:rPr lang="en-GB" noProof="0" dirty="0"/>
              <a:t>Oct</a:t>
            </a:r>
          </a:p>
        </p:txBody>
      </p:sp>
      <p:sp>
        <p:nvSpPr>
          <p:cNvPr id="35" name="Segnaposto testo 34">
            <a:extLst>
              <a:ext uri="{FF2B5EF4-FFF2-40B4-BE49-F238E27FC236}">
                <a16:creationId xmlns:a16="http://schemas.microsoft.com/office/drawing/2014/main" id="{CBC0332C-C126-4889-91DC-9767E76D882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 rtlCol="0"/>
          <a:lstStyle/>
          <a:p>
            <a:pPr rtl="0"/>
            <a:r>
              <a:rPr lang="en-GB" noProof="0" dirty="0"/>
              <a:t>Nov</a:t>
            </a:r>
          </a:p>
        </p:txBody>
      </p:sp>
      <p:sp>
        <p:nvSpPr>
          <p:cNvPr id="37" name="Segnaposto testo 36">
            <a:extLst>
              <a:ext uri="{FF2B5EF4-FFF2-40B4-BE49-F238E27FC236}">
                <a16:creationId xmlns:a16="http://schemas.microsoft.com/office/drawing/2014/main" id="{02D84136-DE24-475E-A265-099AC282777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8212744" y="5311873"/>
            <a:ext cx="665162" cy="268288"/>
          </a:xfrm>
        </p:spPr>
        <p:txBody>
          <a:bodyPr rtlCol="0"/>
          <a:lstStyle/>
          <a:p>
            <a:pPr rtl="0"/>
            <a:r>
              <a:rPr lang="en-GB" dirty="0"/>
              <a:t>Ph5</a:t>
            </a:r>
            <a:endParaRPr lang="en-GB" noProof="0" dirty="0"/>
          </a:p>
        </p:txBody>
      </p:sp>
      <p:sp>
        <p:nvSpPr>
          <p:cNvPr id="24" name="Segnaposto testo 23">
            <a:extLst>
              <a:ext uri="{FF2B5EF4-FFF2-40B4-BE49-F238E27FC236}">
                <a16:creationId xmlns:a16="http://schemas.microsoft.com/office/drawing/2014/main" id="{04E95855-4887-473B-AB98-23F8CF5E307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 rtlCol="0"/>
          <a:lstStyle/>
          <a:p>
            <a:pPr rtl="0"/>
            <a:r>
              <a:rPr lang="en-GB" noProof="0" dirty="0"/>
              <a:t>Dec</a:t>
            </a:r>
          </a:p>
        </p:txBody>
      </p:sp>
      <p:sp>
        <p:nvSpPr>
          <p:cNvPr id="47" name="Segnaposto piè di pagina 46">
            <a:extLst>
              <a:ext uri="{FF2B5EF4-FFF2-40B4-BE49-F238E27FC236}">
                <a16:creationId xmlns:a16="http://schemas.microsoft.com/office/drawing/2014/main" id="{7476AC89-87BC-4794-9793-E8C26611F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0" dirty="0"/>
              <a:t>HANGOVER SOFT LLC / Netflix-like Web Service</a:t>
            </a:r>
          </a:p>
        </p:txBody>
      </p:sp>
      <p:sp>
        <p:nvSpPr>
          <p:cNvPr id="46" name="Segnaposto data 45">
            <a:extLst>
              <a:ext uri="{FF2B5EF4-FFF2-40B4-BE49-F238E27FC236}">
                <a16:creationId xmlns:a16="http://schemas.microsoft.com/office/drawing/2014/main" id="{9F7DFA27-A9C2-4017-AFE3-117133E23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en-GB" noProof="0" dirty="0"/>
              <a:t>08.06.2025</a:t>
            </a:r>
          </a:p>
        </p:txBody>
      </p:sp>
      <p:sp>
        <p:nvSpPr>
          <p:cNvPr id="48" name="Segnaposto numero diapositiva 47">
            <a:extLst>
              <a:ext uri="{FF2B5EF4-FFF2-40B4-BE49-F238E27FC236}">
                <a16:creationId xmlns:a16="http://schemas.microsoft.com/office/drawing/2014/main" id="{96A4A46D-B9B3-4E5D-B048-2D306A784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r>
              <a:rPr lang="en-GB" noProof="0" dirty="0"/>
              <a:t>0</a:t>
            </a:r>
            <a:fld id="{06075B66-BB0A-40EC-93F2-D831CFF2799C}" type="slidenum">
              <a:rPr lang="en-GB" noProof="0" smtClean="0"/>
              <a:t>1</a:t>
            </a:fld>
            <a:endParaRPr lang="en-GB" noProof="0" dirty="0"/>
          </a:p>
        </p:txBody>
      </p:sp>
      <p:sp>
        <p:nvSpPr>
          <p:cNvPr id="4" name="Segnaposto testo 9">
            <a:extLst>
              <a:ext uri="{FF2B5EF4-FFF2-40B4-BE49-F238E27FC236}">
                <a16:creationId xmlns:a16="http://schemas.microsoft.com/office/drawing/2014/main" id="{006402DB-F44F-ACC5-C788-68310134ABD8}"/>
              </a:ext>
            </a:extLst>
          </p:cNvPr>
          <p:cNvSpPr txBox="1">
            <a:spLocks/>
          </p:cNvSpPr>
          <p:nvPr/>
        </p:nvSpPr>
        <p:spPr>
          <a:xfrm>
            <a:off x="10062542" y="1571692"/>
            <a:ext cx="1899831" cy="1991956"/>
          </a:xfrm>
          <a:prstGeom prst="rect">
            <a:avLst/>
          </a:prstGeom>
          <a:solidFill>
            <a:schemeClr val="accent2"/>
          </a:solidFill>
        </p:spPr>
        <p:txBody>
          <a:bodyPr vert="horz" lIns="144000" tIns="45720" rIns="91440" bIns="45720" rtlCol="0" anchor="t" anchorCtr="0">
            <a:noAutofit/>
          </a:bodyPr>
          <a:lstStyle>
            <a:lvl1pPr marL="144000" marR="0" indent="-14400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buFont typeface="Arial" panose="020B0604020202020204" pitchFamily="34" charset="0"/>
              <a:buNone/>
            </a:pPr>
            <a:r>
              <a:rPr lang="en-GB" sz="1600" dirty="0">
                <a:solidFill>
                  <a:schemeClr val="tx1"/>
                </a:solidFill>
              </a:rPr>
              <a:t>Post-MVP:</a:t>
            </a:r>
          </a:p>
          <a:p>
            <a:r>
              <a:rPr lang="en-GB" dirty="0"/>
              <a:t>Multi-platform support</a:t>
            </a:r>
          </a:p>
          <a:p>
            <a:r>
              <a:rPr lang="en-GB" dirty="0"/>
              <a:t>AI-based recommendations</a:t>
            </a:r>
          </a:p>
          <a:p>
            <a:r>
              <a:rPr lang="en-GB" dirty="0"/>
              <a:t>Live streaming</a:t>
            </a:r>
          </a:p>
          <a:p>
            <a:r>
              <a:rPr lang="en-GB" dirty="0"/>
              <a:t>Multi-language platform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E0B3B64-229F-9600-55A0-3A9424E7F766}"/>
              </a:ext>
            </a:extLst>
          </p:cNvPr>
          <p:cNvSpPr/>
          <p:nvPr/>
        </p:nvSpPr>
        <p:spPr>
          <a:xfrm>
            <a:off x="615636" y="3568990"/>
            <a:ext cx="11497901" cy="308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1" name="Segnaposto testo 36">
            <a:extLst>
              <a:ext uri="{FF2B5EF4-FFF2-40B4-BE49-F238E27FC236}">
                <a16:creationId xmlns:a16="http://schemas.microsoft.com/office/drawing/2014/main" id="{D695DEC0-16B9-CFE9-862E-7D4667E8FADE}"/>
              </a:ext>
            </a:extLst>
          </p:cNvPr>
          <p:cNvSpPr txBox="1">
            <a:spLocks/>
          </p:cNvSpPr>
          <p:nvPr/>
        </p:nvSpPr>
        <p:spPr>
          <a:xfrm>
            <a:off x="9026039" y="5310366"/>
            <a:ext cx="665162" cy="268288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Ph6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4AEA217E-5CA8-14DB-F352-5AD9D0D72169}"/>
              </a:ext>
            </a:extLst>
          </p:cNvPr>
          <p:cNvSpPr/>
          <p:nvPr/>
        </p:nvSpPr>
        <p:spPr>
          <a:xfrm>
            <a:off x="2717641" y="4734961"/>
            <a:ext cx="281369" cy="28136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D950CE88-5F98-CE7C-AB40-7E235CE02233}"/>
              </a:ext>
            </a:extLst>
          </p:cNvPr>
          <p:cNvSpPr/>
          <p:nvPr/>
        </p:nvSpPr>
        <p:spPr>
          <a:xfrm>
            <a:off x="6772082" y="4742508"/>
            <a:ext cx="281369" cy="28136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CB2B2E3C-ADB5-9557-13EA-DD5B3043B113}"/>
              </a:ext>
            </a:extLst>
          </p:cNvPr>
          <p:cNvSpPr/>
          <p:nvPr/>
        </p:nvSpPr>
        <p:spPr>
          <a:xfrm>
            <a:off x="9205958" y="4731952"/>
            <a:ext cx="281369" cy="28136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C58D694D-DA66-7EB5-7033-1D77CEA800C9}"/>
              </a:ext>
            </a:extLst>
          </p:cNvPr>
          <p:cNvCxnSpPr>
            <a:cxnSpLocks/>
            <a:stCxn id="6" idx="0"/>
            <a:endCxn id="5" idx="2"/>
          </p:cNvCxnSpPr>
          <p:nvPr/>
        </p:nvCxnSpPr>
        <p:spPr>
          <a:xfrm rot="5400000" flipH="1" flipV="1">
            <a:off x="1067820" y="3680882"/>
            <a:ext cx="341205" cy="24126"/>
          </a:xfrm>
          <a:prstGeom prst="bentConnector3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55C135FE-EF50-1B80-BA20-10685AF2CF12}"/>
              </a:ext>
            </a:extLst>
          </p:cNvPr>
          <p:cNvCxnSpPr>
            <a:cxnSpLocks/>
            <a:stCxn id="13" idx="0"/>
            <a:endCxn id="7" idx="2"/>
          </p:cNvCxnSpPr>
          <p:nvPr/>
        </p:nvCxnSpPr>
        <p:spPr>
          <a:xfrm rot="5400000" flipH="1" flipV="1">
            <a:off x="2789825" y="3577795"/>
            <a:ext cx="345297" cy="226208"/>
          </a:xfrm>
          <a:prstGeom prst="bentConnector3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60" name="Connector: Elbow 59">
            <a:extLst>
              <a:ext uri="{FF2B5EF4-FFF2-40B4-BE49-F238E27FC236}">
                <a16:creationId xmlns:a16="http://schemas.microsoft.com/office/drawing/2014/main" id="{6528F322-C966-3422-01DC-EBC6AD021F8E}"/>
              </a:ext>
            </a:extLst>
          </p:cNvPr>
          <p:cNvCxnSpPr>
            <a:cxnSpLocks/>
            <a:stCxn id="20" idx="0"/>
            <a:endCxn id="8" idx="2"/>
          </p:cNvCxnSpPr>
          <p:nvPr/>
        </p:nvCxnSpPr>
        <p:spPr>
          <a:xfrm rot="5400000" flipH="1" flipV="1">
            <a:off x="4195978" y="3028543"/>
            <a:ext cx="299900" cy="1370109"/>
          </a:xfrm>
          <a:prstGeom prst="bentConnector3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BD3E6CDA-47BD-BB69-4530-658FA4F82951}"/>
              </a:ext>
            </a:extLst>
          </p:cNvPr>
          <p:cNvCxnSpPr>
            <a:cxnSpLocks/>
            <a:stCxn id="16" idx="0"/>
            <a:endCxn id="9" idx="2"/>
          </p:cNvCxnSpPr>
          <p:nvPr/>
        </p:nvCxnSpPr>
        <p:spPr>
          <a:xfrm rot="5400000" flipH="1" flipV="1">
            <a:off x="6944345" y="3531538"/>
            <a:ext cx="294558" cy="369460"/>
          </a:xfrm>
          <a:prstGeom prst="bentConnector3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E594082D-0B96-ECAD-CD3A-6A58B3003190}"/>
              </a:ext>
            </a:extLst>
          </p:cNvPr>
          <p:cNvCxnSpPr>
            <a:stCxn id="15" idx="0"/>
            <a:endCxn id="10" idx="2"/>
          </p:cNvCxnSpPr>
          <p:nvPr/>
        </p:nvCxnSpPr>
        <p:spPr>
          <a:xfrm rot="5400000" flipH="1" flipV="1">
            <a:off x="8697681" y="3398156"/>
            <a:ext cx="297614" cy="633168"/>
          </a:xfrm>
          <a:prstGeom prst="bentConnector3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68" name="Connector: Elbow 67">
            <a:extLst>
              <a:ext uri="{FF2B5EF4-FFF2-40B4-BE49-F238E27FC236}">
                <a16:creationId xmlns:a16="http://schemas.microsoft.com/office/drawing/2014/main" id="{D1BCEF71-6887-50DC-588F-B1F17795A6BC}"/>
              </a:ext>
            </a:extLst>
          </p:cNvPr>
          <p:cNvCxnSpPr>
            <a:cxnSpLocks/>
            <a:stCxn id="22" idx="0"/>
            <a:endCxn id="4" idx="2"/>
          </p:cNvCxnSpPr>
          <p:nvPr/>
        </p:nvCxnSpPr>
        <p:spPr>
          <a:xfrm rot="5400000" flipH="1" flipV="1">
            <a:off x="10026984" y="2878074"/>
            <a:ext cx="299899" cy="1671049"/>
          </a:xfrm>
          <a:prstGeom prst="bentConnector3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74" name="Rectangle 73">
            <a:extLst>
              <a:ext uri="{FF2B5EF4-FFF2-40B4-BE49-F238E27FC236}">
                <a16:creationId xmlns:a16="http://schemas.microsoft.com/office/drawing/2014/main" id="{7BC354A0-6618-F21B-C22F-B08865A93521}"/>
              </a:ext>
            </a:extLst>
          </p:cNvPr>
          <p:cNvSpPr/>
          <p:nvPr/>
        </p:nvSpPr>
        <p:spPr>
          <a:xfrm>
            <a:off x="5959282" y="4731952"/>
            <a:ext cx="281369" cy="2919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D510E763-BEA9-4F69-8FB4-CDC5F7C8EC70}"/>
              </a:ext>
            </a:extLst>
          </p:cNvPr>
          <p:cNvCxnSpPr/>
          <p:nvPr/>
        </p:nvCxnSpPr>
        <p:spPr>
          <a:xfrm>
            <a:off x="5761736" y="4879181"/>
            <a:ext cx="583502" cy="0"/>
          </a:xfrm>
          <a:prstGeom prst="line">
            <a:avLst/>
          </a:prstGeom>
          <a:ln w="349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Oval 76">
            <a:extLst>
              <a:ext uri="{FF2B5EF4-FFF2-40B4-BE49-F238E27FC236}">
                <a16:creationId xmlns:a16="http://schemas.microsoft.com/office/drawing/2014/main" id="{0A45B87E-03E0-8868-5421-7465006BCA7B}"/>
              </a:ext>
            </a:extLst>
          </p:cNvPr>
          <p:cNvSpPr/>
          <p:nvPr/>
        </p:nvSpPr>
        <p:spPr>
          <a:xfrm>
            <a:off x="6030905" y="4814887"/>
            <a:ext cx="133350" cy="13335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D73DDCA6-B180-1FB9-244E-02B2CB3BC27D}"/>
              </a:ext>
            </a:extLst>
          </p:cNvPr>
          <p:cNvCxnSpPr/>
          <p:nvPr/>
        </p:nvCxnSpPr>
        <p:spPr>
          <a:xfrm>
            <a:off x="6093619" y="4724809"/>
            <a:ext cx="0" cy="82935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3" name="Segnaposto testo 36">
            <a:extLst>
              <a:ext uri="{FF2B5EF4-FFF2-40B4-BE49-F238E27FC236}">
                <a16:creationId xmlns:a16="http://schemas.microsoft.com/office/drawing/2014/main" id="{7B10BA02-8A36-B3DD-4C47-0251FB3BCC78}"/>
              </a:ext>
            </a:extLst>
          </p:cNvPr>
          <p:cNvSpPr txBox="1">
            <a:spLocks/>
          </p:cNvSpPr>
          <p:nvPr/>
        </p:nvSpPr>
        <p:spPr>
          <a:xfrm>
            <a:off x="10654153" y="5308860"/>
            <a:ext cx="665162" cy="268288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415245731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Custom 5">
      <a:dk1>
        <a:srgbClr val="8E006C"/>
      </a:dk1>
      <a:lt1>
        <a:srgbClr val="FFFFFF"/>
      </a:lt1>
      <a:dk2>
        <a:srgbClr val="454D55"/>
      </a:dk2>
      <a:lt2>
        <a:srgbClr val="DAE7F0"/>
      </a:lt2>
      <a:accent1>
        <a:srgbClr val="DAE7F0"/>
      </a:accent1>
      <a:accent2>
        <a:srgbClr val="EAEAEA"/>
      </a:accent2>
      <a:accent3>
        <a:srgbClr val="3F788F"/>
      </a:accent3>
      <a:accent4>
        <a:srgbClr val="425537"/>
      </a:accent4>
      <a:accent5>
        <a:srgbClr val="9399A1"/>
      </a:accent5>
      <a:accent6>
        <a:srgbClr val="000000"/>
      </a:accent6>
      <a:hlink>
        <a:srgbClr val="454D55"/>
      </a:hlink>
      <a:folHlink>
        <a:srgbClr val="454B55"/>
      </a:folHlink>
    </a:clrScheme>
    <a:fontScheme name="Custom 6">
      <a:majorFont>
        <a:latin typeface="Tahoma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_20092953_TF16411241" id="{98C35BAC-1D59-4342-AC07-274FFB566D32}" vid="{8E2B71C8-D4E8-475B-904F-CBF52110505E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EEA25CC0A0AC24199CDC46C25B8B0BC" ma:contentTypeVersion="9" ma:contentTypeDescription="Create a new document." ma:contentTypeScope="" ma:versionID="76e25e1730b4532ab1d5e5b131a96a5a">
  <xsd:schema xmlns:xsd="http://www.w3.org/2001/XMLSchema" xmlns:xs="http://www.w3.org/2001/XMLSchema" xmlns:p="http://schemas.microsoft.com/office/2006/metadata/properties" xmlns:ns1="http://schemas.microsoft.com/sharepoint/v3" xmlns:ns2="6dc4bcd6-49db-4c07-9060-8acfc67cef9f" xmlns:ns3="fb0879af-3eba-417a-a55a-ffe6dcd6ca77" targetNamespace="http://schemas.microsoft.com/office/2006/metadata/properties" ma:root="true" ma:fieldsID="ad1e9281a84c4949647088091c718de3" ns1:_="" ns2:_="" ns3:_="">
    <xsd:import namespace="http://schemas.microsoft.com/sharepoint/v3"/>
    <xsd:import namespace="6dc4bcd6-49db-4c07-9060-8acfc67cef9f"/>
    <xsd:import namespace="fb0879af-3eba-417a-a55a-ffe6dcd6ca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5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6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c4bcd6-49db-4c07-9060-8acfc67cef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0879af-3eba-417a-a55a-ffe6dcd6ca77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3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4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689A84D4-EA23-4B0B-B591-EBC98760F4D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6dc4bcd6-49db-4c07-9060-8acfc67cef9f"/>
    <ds:schemaRef ds:uri="fb0879af-3eba-417a-a55a-ffe6dcd6ca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1ABB0F9-47E1-4E06-B9C1-7805C62EC74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4C8810A-6B08-4BF7-BE6E-38723ADF46E6}">
  <ds:schemaRefs>
    <ds:schemaRef ds:uri="http://schemas.microsoft.com/office/2006/documentManagement/types"/>
    <ds:schemaRef ds:uri="http://schemas.openxmlformats.org/package/2006/metadata/core-properties"/>
    <ds:schemaRef ds:uri="6dc4bcd6-49db-4c07-9060-8acfc67cef9f"/>
    <ds:schemaRef ds:uri="http://purl.org/dc/terms/"/>
    <ds:schemaRef ds:uri="fb0879af-3eba-417a-a55a-ffe6dcd6ca77"/>
    <ds:schemaRef ds:uri="http://purl.org/dc/dcmitype/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microsoft.com/sharepoint/v3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Sequenza temporale per piccola roadmap di prodotto  </Template>
  <TotalTime>49</TotalTime>
  <Words>121</Words>
  <Application>Microsoft Office PowerPoint</Application>
  <PresentationFormat>Widescreen</PresentationFormat>
  <Paragraphs>71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Tahoma</vt:lpstr>
      <vt:lpstr>Times New Roman</vt:lpstr>
      <vt:lpstr>Times New Roman (Corpo)</vt:lpstr>
      <vt:lpstr>Tema di Office</vt:lpstr>
      <vt:lpstr>Netflix Killer Roadmap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Dmytro Gavrylchenko</dc:creator>
  <cp:lastModifiedBy>Dmytro Gavrylchenko</cp:lastModifiedBy>
  <cp:revision>6</cp:revision>
  <dcterms:created xsi:type="dcterms:W3CDTF">2025-06-08T10:50:04Z</dcterms:created>
  <dcterms:modified xsi:type="dcterms:W3CDTF">2025-06-08T11:39:59Z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0x010100DEEA25CC0A0AC24199CDC46C25B8B0BC</vt:lpwstr>
  </property>
</Properties>
</file>