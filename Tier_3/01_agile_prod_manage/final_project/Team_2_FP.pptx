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96" r:id="rId5"/>
    <p:sldMasterId id="214748369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D8CFF3-F25D-494A-B03D-D657C1C126E9}">
  <a:tblStyle styleId="{F7D8CFF3-F25D-494A-B03D-D657C1C126E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Доброго дня. Мене звати Данило, і я представляю проєкт "Коріння". Ми створюємо платформу, яка повертає довіру до їжі та підтримує українських виробників. Наша місія — зробити свіжі, натуральні продукти від фермерів доступними для кожної міської родини, так само легко, як замовити піцу.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Сьогодні між тими, хто вирощує їжу, і тими, хто її споживає, утворилася прірва. Наше дослідження показало, що 8 з 10 міських жителів не довіряють походженню продуктів у супермаркетах. Водночас фермери втрачають до 40% врожаю через проблеми зі збутом та логістикою. Існує величезний незадоволений попит на прозорість та якість, і такий самий величезний невикористаний потенціал у наших фермерів.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Коріння — це не просто ще один сервіс доставки. Це технологічний міст. Для покупців ми надаємо верифікованих фермерів, повну історію продукту та зручність замовлення у кілька кліків. Для фермерів — це особистий онлайн-магазин, логістична підтримка та доступ до тисяч нових клієнтів. Ми прибираємо посередників, повертаючи цінність і фермеру, і покупцю.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Ми заходимо на ринок, що стрімко зростає. Ринок онлайн-торгівлі продуктами в Україні вже сьогодні оцінюється у 150 мільйонів доларів і показує щорічний приріст понад 17%. Наш сегмент — це свідомі споживачі, які готові платити за якість та натуральність, і це ринок обсягом до 45 мільйонів доларів. У перший рік ми плануємо зайняти лише 1% цього сегменту, що є абсолютно реальною метою</a:t>
            </a:r>
            <a:endParaRPr/>
          </a:p>
        </p:txBody>
      </p:sp>
      <p:sp>
        <p:nvSpPr>
          <p:cNvPr id="537" name="Google Shape;537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84d93def0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84d93def0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Наша унікальність — у поєднанні трьох ключових елементів: асортименту, прозорості та зручності. На відміну від конкурентів, ми не перепродаємо товар, а надаємо платформу. Наш MVP — це повноцінна екосистема, де фермер може легко керувати своїм віртуальним магазином, а покупець — отримувати доступ до сотень унікальних пропозицій, які не знайти в супермаркеті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В основі нашого MVP лежить функціонал, що будує довіру та забезпечує простоту. Процес верифікації гарантує, що на платформі лише реальні фермери. Розумний каталог дозволяє легко знайти потрібне. А система рейтингів та відгуків створює прозору спільноту, де якість говорить сама за себе. Кожна функція спрямована на вирішення конкретних проблем наших користувачів.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На ринку є гравці, але вони працюють за моделлю онлайн-магазинів, виступаючи посередниками. Ми ж — маркетплейс. OVO та IZ SELA закуповують товар, що обмежує асортимент та прозорість. GOODWINE — це преміум-рітейлер з вузькою нішею. Наша перевага в тому, що ми не конкуруємо, а створюємо нову модель: ми даємо інструмент і будуємо спільноту, що забезпечує нескінченний асортимент і максимальну довіру.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84d93def0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84d93def0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Наша бізнес-модель проста і прозора. Ми заробляємо, коли заробляють наші фермери, беручи невелику комісію, від 7 до 10 відсотків, з кожної успішної угоди. Наша юніт-економіка показує, що модель є стійкою: вартість залучення клієнта не перевищує 10 доларів, а його довічна цінність (LTV) складає понад 35 доларів. Це означає, що кожен вкладений у маркетинг долар повертається до нас утричі.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Для запуску MVP та виходу на ринок нам потрібні інвестиції у розмірі 50 тисяч доларів. Ці кошти дозволять нам завершити розробку платформи, залучити перших 100 фермерів та 1000 покупців, а також покрити операційні витрати на перші 6-8 місяців. Ми розглядаємо ці інвестиції як паливо для досягнення перших ключових показників та підтвердження нашої бізнес-моделі.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Але найголовніший наш актив — це команда. Ми об'єднали досвід у створенні продуктів, маркетингу та управлінні проектами. Кожен з нас вірить у цю ідею і готовий працювати для її реалізації. Ми знаємо, як побудувати цей продукт, як вивести його на ринок і як зробити його успішним. Дякую за увагу. Ми готові відповісти на ваші запитання.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Paragraph v1">
  <p:cSld name="TITLE_AND_BODY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975" y="5250"/>
            <a:ext cx="9144000" cy="5143500"/>
          </a:xfrm>
          <a:prstGeom prst="rect">
            <a:avLst/>
          </a:prstGeom>
          <a:solidFill>
            <a:srgbClr val="606C38">
              <a:alpha val="89803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356650" y="355350"/>
            <a:ext cx="83712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356650" y="1050849"/>
            <a:ext cx="8371200" cy="3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1">
  <p:cSld name="CAPTION_ONLY">
    <p:bg>
      <p:bgPr>
        <a:solidFill>
          <a:schemeClr val="accen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/>
          <p:nvPr>
            <p:ph idx="2" type="pic"/>
          </p:nvPr>
        </p:nvSpPr>
        <p:spPr>
          <a:xfrm>
            <a:off x="5234400" y="0"/>
            <a:ext cx="3909600" cy="514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3"/>
          <p:cNvSpPr/>
          <p:nvPr/>
        </p:nvSpPr>
        <p:spPr>
          <a:xfrm>
            <a:off x="4458025" y="1"/>
            <a:ext cx="777300" cy="773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0" y="4429739"/>
            <a:ext cx="717000" cy="713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 rot="10800000">
            <a:off x="717050" y="4277639"/>
            <a:ext cx="152400" cy="152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 txBox="1"/>
          <p:nvPr>
            <p:ph type="title"/>
          </p:nvPr>
        </p:nvSpPr>
        <p:spPr>
          <a:xfrm>
            <a:off x="299075" y="489650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299075" y="1242400"/>
            <a:ext cx="4669200" cy="3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I">
  <p:cSld name="TITLE_AND_BODY_2_1_1_1_2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507456" y="1519301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/>
          <p:nvPr>
            <p:ph idx="2" type="pic"/>
          </p:nvPr>
        </p:nvSpPr>
        <p:spPr>
          <a:xfrm>
            <a:off x="5545950" y="1519300"/>
            <a:ext cx="3090600" cy="3090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1 No Image">
  <p:cSld name="SECTION_TITLE_AND_DESCRIPTION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5"/>
          <p:cNvSpPr/>
          <p:nvPr/>
        </p:nvSpPr>
        <p:spPr>
          <a:xfrm rot="10800000">
            <a:off x="7149000" y="3157200"/>
            <a:ext cx="1465200" cy="145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5"/>
          <p:cNvSpPr/>
          <p:nvPr/>
        </p:nvSpPr>
        <p:spPr>
          <a:xfrm rot="10800000">
            <a:off x="8614199" y="4615801"/>
            <a:ext cx="529800" cy="527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5"/>
          <p:cNvSpPr txBox="1"/>
          <p:nvPr>
            <p:ph type="title"/>
          </p:nvPr>
        </p:nvSpPr>
        <p:spPr>
          <a:xfrm>
            <a:off x="416225" y="461250"/>
            <a:ext cx="6334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16225" y="1180275"/>
            <a:ext cx="6334200" cy="3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5"/>
          <p:cNvSpPr/>
          <p:nvPr/>
        </p:nvSpPr>
        <p:spPr>
          <a:xfrm rot="10800000">
            <a:off x="7175400" y="-225"/>
            <a:ext cx="1968600" cy="1961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5"/>
          <p:cNvSpPr/>
          <p:nvPr/>
        </p:nvSpPr>
        <p:spPr>
          <a:xfrm rot="10800000">
            <a:off x="8084275" y="1949100"/>
            <a:ext cx="1052400" cy="1208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6"/>
          <p:cNvSpPr/>
          <p:nvPr/>
        </p:nvSpPr>
        <p:spPr>
          <a:xfrm>
            <a:off x="1975" y="5250"/>
            <a:ext cx="9144000" cy="5143500"/>
          </a:xfrm>
          <a:prstGeom prst="rect">
            <a:avLst/>
          </a:prstGeom>
          <a:solidFill>
            <a:srgbClr val="606C38">
              <a:alpha val="29803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7405375" y="1113625"/>
            <a:ext cx="1177500" cy="1030500"/>
          </a:xfrm>
          <a:prstGeom prst="rect">
            <a:avLst/>
          </a:prstGeom>
          <a:solidFill>
            <a:srgbClr val="606C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6227875" y="2144125"/>
            <a:ext cx="1177500" cy="1030500"/>
          </a:xfrm>
          <a:prstGeom prst="rect">
            <a:avLst/>
          </a:prstGeom>
          <a:solidFill>
            <a:srgbClr val="606C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6"/>
          <p:cNvSpPr/>
          <p:nvPr>
            <p:ph idx="2" type="pic"/>
          </p:nvPr>
        </p:nvSpPr>
        <p:spPr>
          <a:xfrm>
            <a:off x="6228000" y="1112400"/>
            <a:ext cx="1177200" cy="10305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6"/>
          <p:cNvSpPr/>
          <p:nvPr>
            <p:ph idx="3" type="pic"/>
          </p:nvPr>
        </p:nvSpPr>
        <p:spPr>
          <a:xfrm>
            <a:off x="5050800" y="2145600"/>
            <a:ext cx="1177200" cy="103050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6"/>
          <p:cNvSpPr/>
          <p:nvPr>
            <p:ph idx="4" type="pic"/>
          </p:nvPr>
        </p:nvSpPr>
        <p:spPr>
          <a:xfrm>
            <a:off x="7405200" y="3175200"/>
            <a:ext cx="1177200" cy="10305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6"/>
          <p:cNvSpPr txBox="1"/>
          <p:nvPr>
            <p:ph type="ctrTitle"/>
          </p:nvPr>
        </p:nvSpPr>
        <p:spPr>
          <a:xfrm>
            <a:off x="532800" y="2919600"/>
            <a:ext cx="40392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Paragraph v2" type="tx">
  <p:cSld name="TITLE_AND_BOD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" name="Google Shape;45;p7"/>
          <p:cNvSpPr/>
          <p:nvPr>
            <p:ph idx="2" type="pic"/>
          </p:nvPr>
        </p:nvSpPr>
        <p:spPr>
          <a:xfrm>
            <a:off x="0" y="7325"/>
            <a:ext cx="3622800" cy="401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7"/>
          <p:cNvSpPr/>
          <p:nvPr/>
        </p:nvSpPr>
        <p:spPr>
          <a:xfrm>
            <a:off x="3622850" y="4020425"/>
            <a:ext cx="1147800" cy="112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47" name="Google Shape;47;p7"/>
          <p:cNvSpPr txBox="1"/>
          <p:nvPr>
            <p:ph type="title"/>
          </p:nvPr>
        </p:nvSpPr>
        <p:spPr>
          <a:xfrm>
            <a:off x="4873150" y="409700"/>
            <a:ext cx="39087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4873150" y="1105199"/>
            <a:ext cx="3908700" cy="36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paragraphs">
  <p:cSld name="TITLE_AND_BODY_1">
    <p:bg>
      <p:bgPr>
        <a:solidFill>
          <a:srgbClr val="606C38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8"/>
          <p:cNvSpPr txBox="1"/>
          <p:nvPr>
            <p:ph type="title"/>
          </p:nvPr>
        </p:nvSpPr>
        <p:spPr>
          <a:xfrm>
            <a:off x="438325" y="397175"/>
            <a:ext cx="82551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450475" y="1252900"/>
            <a:ext cx="2272500" cy="3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2" type="body"/>
          </p:nvPr>
        </p:nvSpPr>
        <p:spPr>
          <a:xfrm>
            <a:off x="3443851" y="1252900"/>
            <a:ext cx="2272500" cy="3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3" type="body"/>
          </p:nvPr>
        </p:nvSpPr>
        <p:spPr>
          <a:xfrm>
            <a:off x="6433175" y="1252900"/>
            <a:ext cx="2272500" cy="3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8"/>
          <p:cNvSpPr/>
          <p:nvPr/>
        </p:nvSpPr>
        <p:spPr>
          <a:xfrm>
            <a:off x="8194868" y="0"/>
            <a:ext cx="949200" cy="944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-2" y="4695140"/>
            <a:ext cx="450600" cy="448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1" type="twoColTx">
  <p:cSld name="TITLE_AND_TWO_COLUMN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661875" y="1091300"/>
            <a:ext cx="8482200" cy="185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9"/>
          <p:cNvSpPr/>
          <p:nvPr/>
        </p:nvSpPr>
        <p:spPr>
          <a:xfrm>
            <a:off x="0" y="3078550"/>
            <a:ext cx="8482200" cy="1850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9"/>
          <p:cNvSpPr txBox="1"/>
          <p:nvPr>
            <p:ph type="title"/>
          </p:nvPr>
        </p:nvSpPr>
        <p:spPr>
          <a:xfrm>
            <a:off x="649950" y="300425"/>
            <a:ext cx="78441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" type="subTitle"/>
          </p:nvPr>
        </p:nvSpPr>
        <p:spPr>
          <a:xfrm>
            <a:off x="959475" y="1364750"/>
            <a:ext cx="79014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2" type="body"/>
          </p:nvPr>
        </p:nvSpPr>
        <p:spPr>
          <a:xfrm>
            <a:off x="959475" y="1843550"/>
            <a:ext cx="7901400" cy="8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3" type="subTitle"/>
          </p:nvPr>
        </p:nvSpPr>
        <p:spPr>
          <a:xfrm>
            <a:off x="283200" y="3352000"/>
            <a:ext cx="79014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4" type="body"/>
          </p:nvPr>
        </p:nvSpPr>
        <p:spPr>
          <a:xfrm>
            <a:off x="283200" y="3830800"/>
            <a:ext cx="7901400" cy="8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2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0"/>
          <p:cNvSpPr/>
          <p:nvPr/>
        </p:nvSpPr>
        <p:spPr>
          <a:xfrm>
            <a:off x="1" y="27"/>
            <a:ext cx="56442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6064075" y="323425"/>
            <a:ext cx="282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 flipH="1">
            <a:off x="2813851" y="10977"/>
            <a:ext cx="16500" cy="51216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0"/>
          <p:cNvSpPr txBox="1"/>
          <p:nvPr>
            <p:ph idx="1" type="subTitle"/>
          </p:nvPr>
        </p:nvSpPr>
        <p:spPr>
          <a:xfrm>
            <a:off x="395025" y="323425"/>
            <a:ext cx="201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2" type="body"/>
          </p:nvPr>
        </p:nvSpPr>
        <p:spPr>
          <a:xfrm>
            <a:off x="395025" y="1258528"/>
            <a:ext cx="2019600" cy="3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3" type="subTitle"/>
          </p:nvPr>
        </p:nvSpPr>
        <p:spPr>
          <a:xfrm>
            <a:off x="3229550" y="323425"/>
            <a:ext cx="201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4" type="body"/>
          </p:nvPr>
        </p:nvSpPr>
        <p:spPr>
          <a:xfrm>
            <a:off x="3229550" y="1258528"/>
            <a:ext cx="2019600" cy="3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3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1"/>
          <p:cNvSpPr/>
          <p:nvPr/>
        </p:nvSpPr>
        <p:spPr>
          <a:xfrm>
            <a:off x="2994275" y="0"/>
            <a:ext cx="3075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1"/>
          <p:cNvSpPr/>
          <p:nvPr/>
        </p:nvSpPr>
        <p:spPr>
          <a:xfrm>
            <a:off x="6069138" y="0"/>
            <a:ext cx="3075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1"/>
          <p:cNvSpPr/>
          <p:nvPr/>
        </p:nvSpPr>
        <p:spPr>
          <a:xfrm>
            <a:off x="3197603" y="175700"/>
            <a:ext cx="2668200" cy="39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/>
          <p:nvPr>
            <p:ph type="title"/>
          </p:nvPr>
        </p:nvSpPr>
        <p:spPr>
          <a:xfrm>
            <a:off x="311625" y="470675"/>
            <a:ext cx="23511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81" name="Google Shape;81;p11"/>
          <p:cNvSpPr/>
          <p:nvPr/>
        </p:nvSpPr>
        <p:spPr>
          <a:xfrm>
            <a:off x="6272465" y="175700"/>
            <a:ext cx="2668200" cy="39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1"/>
          <p:cNvSpPr txBox="1"/>
          <p:nvPr>
            <p:ph idx="1" type="subTitle"/>
          </p:nvPr>
        </p:nvSpPr>
        <p:spPr>
          <a:xfrm>
            <a:off x="3197600" y="470663"/>
            <a:ext cx="266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11"/>
          <p:cNvSpPr txBox="1"/>
          <p:nvPr>
            <p:ph idx="2" type="body"/>
          </p:nvPr>
        </p:nvSpPr>
        <p:spPr>
          <a:xfrm>
            <a:off x="3197600" y="1292339"/>
            <a:ext cx="2668200" cy="3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p11"/>
          <p:cNvSpPr txBox="1"/>
          <p:nvPr>
            <p:ph idx="3" type="subTitle"/>
          </p:nvPr>
        </p:nvSpPr>
        <p:spPr>
          <a:xfrm>
            <a:off x="6272475" y="470675"/>
            <a:ext cx="266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11"/>
          <p:cNvSpPr txBox="1"/>
          <p:nvPr>
            <p:ph idx="4" type="body"/>
          </p:nvPr>
        </p:nvSpPr>
        <p:spPr>
          <a:xfrm>
            <a:off x="6272475" y="1292352"/>
            <a:ext cx="2668200" cy="3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1 Image">
  <p:cSld name="MAIN_POIN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/>
          <p:nvPr/>
        </p:nvSpPr>
        <p:spPr>
          <a:xfrm>
            <a:off x="0" y="0"/>
            <a:ext cx="3075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2"/>
          <p:cNvSpPr/>
          <p:nvPr>
            <p:ph idx="2" type="pic"/>
          </p:nvPr>
        </p:nvSpPr>
        <p:spPr>
          <a:xfrm>
            <a:off x="0" y="0"/>
            <a:ext cx="3078000" cy="1582500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2"/>
          <p:cNvSpPr/>
          <p:nvPr/>
        </p:nvSpPr>
        <p:spPr>
          <a:xfrm>
            <a:off x="6067563" y="0"/>
            <a:ext cx="3075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2"/>
          <p:cNvSpPr txBox="1"/>
          <p:nvPr>
            <p:ph idx="1" type="subTitle"/>
          </p:nvPr>
        </p:nvSpPr>
        <p:spPr>
          <a:xfrm>
            <a:off x="203325" y="1875013"/>
            <a:ext cx="266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12"/>
          <p:cNvSpPr txBox="1"/>
          <p:nvPr>
            <p:ph idx="3" type="body"/>
          </p:nvPr>
        </p:nvSpPr>
        <p:spPr>
          <a:xfrm>
            <a:off x="203325" y="2696301"/>
            <a:ext cx="2668200" cy="20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12"/>
          <p:cNvSpPr txBox="1"/>
          <p:nvPr>
            <p:ph idx="4" type="subTitle"/>
          </p:nvPr>
        </p:nvSpPr>
        <p:spPr>
          <a:xfrm>
            <a:off x="6270900" y="1875025"/>
            <a:ext cx="266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5" type="body"/>
          </p:nvPr>
        </p:nvSpPr>
        <p:spPr>
          <a:xfrm>
            <a:off x="6270900" y="2696308"/>
            <a:ext cx="2668200" cy="20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12"/>
          <p:cNvSpPr/>
          <p:nvPr>
            <p:ph idx="6" type="pic"/>
          </p:nvPr>
        </p:nvSpPr>
        <p:spPr>
          <a:xfrm>
            <a:off x="6066000" y="0"/>
            <a:ext cx="3078000" cy="15825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12"/>
          <p:cNvSpPr txBox="1"/>
          <p:nvPr>
            <p:ph type="title"/>
          </p:nvPr>
        </p:nvSpPr>
        <p:spPr>
          <a:xfrm>
            <a:off x="3324900" y="1875025"/>
            <a:ext cx="2491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2">
  <p:cSld name="BIG_NUMB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3"/>
          <p:cNvSpPr/>
          <p:nvPr>
            <p:ph idx="2" type="pic"/>
          </p:nvPr>
        </p:nvSpPr>
        <p:spPr>
          <a:xfrm>
            <a:off x="363600" y="356400"/>
            <a:ext cx="2925600" cy="44379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3"/>
          <p:cNvSpPr/>
          <p:nvPr/>
        </p:nvSpPr>
        <p:spPr>
          <a:xfrm rot="10800000">
            <a:off x="3695376" y="3622062"/>
            <a:ext cx="771300" cy="76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3"/>
          <p:cNvSpPr/>
          <p:nvPr/>
        </p:nvSpPr>
        <p:spPr>
          <a:xfrm rot="10800000">
            <a:off x="3289121" y="4389300"/>
            <a:ext cx="406500" cy="405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3"/>
          <p:cNvSpPr txBox="1"/>
          <p:nvPr>
            <p:ph type="title"/>
          </p:nvPr>
        </p:nvSpPr>
        <p:spPr>
          <a:xfrm>
            <a:off x="4512700" y="492800"/>
            <a:ext cx="42498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1" type="body"/>
          </p:nvPr>
        </p:nvSpPr>
        <p:spPr>
          <a:xfrm>
            <a:off x="4512700" y="1139492"/>
            <a:ext cx="42498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13"/>
          <p:cNvSpPr/>
          <p:nvPr/>
        </p:nvSpPr>
        <p:spPr>
          <a:xfrm rot="10800000">
            <a:off x="3695675" y="4794200"/>
            <a:ext cx="380100" cy="37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" type="blank">
  <p:cSld name="BLANK"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0" y="1441075"/>
            <a:ext cx="9161400" cy="3702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 txBox="1"/>
          <p:nvPr>
            <p:ph type="title"/>
          </p:nvPr>
        </p:nvSpPr>
        <p:spPr>
          <a:xfrm>
            <a:off x="388075" y="480075"/>
            <a:ext cx="83853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09" name="Google Shape;109;p14"/>
          <p:cNvSpPr txBox="1"/>
          <p:nvPr>
            <p:ph idx="1" type="subTitle"/>
          </p:nvPr>
        </p:nvSpPr>
        <p:spPr>
          <a:xfrm>
            <a:off x="388063" y="1792788"/>
            <a:ext cx="24411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14"/>
          <p:cNvSpPr txBox="1"/>
          <p:nvPr>
            <p:ph idx="2" type="body"/>
          </p:nvPr>
        </p:nvSpPr>
        <p:spPr>
          <a:xfrm>
            <a:off x="388063" y="2583961"/>
            <a:ext cx="2441100" cy="22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14"/>
          <p:cNvSpPr txBox="1"/>
          <p:nvPr>
            <p:ph idx="3" type="subTitle"/>
          </p:nvPr>
        </p:nvSpPr>
        <p:spPr>
          <a:xfrm>
            <a:off x="3363915" y="1792788"/>
            <a:ext cx="24411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2" name="Google Shape;112;p14"/>
          <p:cNvSpPr txBox="1"/>
          <p:nvPr>
            <p:ph idx="4" type="body"/>
          </p:nvPr>
        </p:nvSpPr>
        <p:spPr>
          <a:xfrm>
            <a:off x="3363915" y="2583961"/>
            <a:ext cx="2441100" cy="22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5" type="subTitle"/>
          </p:nvPr>
        </p:nvSpPr>
        <p:spPr>
          <a:xfrm>
            <a:off x="6332235" y="1792788"/>
            <a:ext cx="24411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14"/>
          <p:cNvSpPr txBox="1"/>
          <p:nvPr>
            <p:ph idx="6" type="body"/>
          </p:nvPr>
        </p:nvSpPr>
        <p:spPr>
          <a:xfrm>
            <a:off x="6332235" y="2583961"/>
            <a:ext cx="2441100" cy="22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2">
  <p:cSld name="ONE_COLUMN_TEX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349775" y="1208025"/>
            <a:ext cx="2712900" cy="35739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3215853" y="1208025"/>
            <a:ext cx="2712900" cy="35739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6081930" y="1208025"/>
            <a:ext cx="2712900" cy="35739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5"/>
          <p:cNvSpPr txBox="1"/>
          <p:nvPr>
            <p:ph idx="1" type="subTitle"/>
          </p:nvPr>
        </p:nvSpPr>
        <p:spPr>
          <a:xfrm>
            <a:off x="485663" y="1495538"/>
            <a:ext cx="24411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15"/>
          <p:cNvSpPr txBox="1"/>
          <p:nvPr>
            <p:ph idx="2" type="body"/>
          </p:nvPr>
        </p:nvSpPr>
        <p:spPr>
          <a:xfrm>
            <a:off x="485663" y="2286711"/>
            <a:ext cx="2441100" cy="22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2" name="Google Shape;122;p15"/>
          <p:cNvSpPr txBox="1"/>
          <p:nvPr>
            <p:ph idx="3" type="subTitle"/>
          </p:nvPr>
        </p:nvSpPr>
        <p:spPr>
          <a:xfrm>
            <a:off x="3351738" y="1495538"/>
            <a:ext cx="24411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5"/>
          <p:cNvSpPr txBox="1"/>
          <p:nvPr>
            <p:ph idx="4" type="body"/>
          </p:nvPr>
        </p:nvSpPr>
        <p:spPr>
          <a:xfrm>
            <a:off x="3351738" y="2286711"/>
            <a:ext cx="2441100" cy="22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15"/>
          <p:cNvSpPr txBox="1"/>
          <p:nvPr>
            <p:ph idx="5" type="subTitle"/>
          </p:nvPr>
        </p:nvSpPr>
        <p:spPr>
          <a:xfrm>
            <a:off x="6217813" y="1495538"/>
            <a:ext cx="24411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6" type="body"/>
          </p:nvPr>
        </p:nvSpPr>
        <p:spPr>
          <a:xfrm>
            <a:off x="6217813" y="2286711"/>
            <a:ext cx="2441100" cy="22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title"/>
          </p:nvPr>
        </p:nvSpPr>
        <p:spPr>
          <a:xfrm>
            <a:off x="349775" y="203850"/>
            <a:ext cx="8173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3">
  <p:cSld name="CUSTOM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/>
          <p:nvPr/>
        </p:nvSpPr>
        <p:spPr>
          <a:xfrm>
            <a:off x="0" y="0"/>
            <a:ext cx="79497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6"/>
          <p:cNvSpPr txBox="1"/>
          <p:nvPr>
            <p:ph type="title"/>
          </p:nvPr>
        </p:nvSpPr>
        <p:spPr>
          <a:xfrm rot="5400000">
            <a:off x="6250950" y="2248350"/>
            <a:ext cx="45540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0" name="Google Shape;130;p16"/>
          <p:cNvSpPr txBox="1"/>
          <p:nvPr>
            <p:ph idx="1" type="subTitle"/>
          </p:nvPr>
        </p:nvSpPr>
        <p:spPr>
          <a:xfrm>
            <a:off x="160800" y="146775"/>
            <a:ext cx="76281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2" type="body"/>
          </p:nvPr>
        </p:nvSpPr>
        <p:spPr>
          <a:xfrm>
            <a:off x="160800" y="665175"/>
            <a:ext cx="7628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3" type="subTitle"/>
          </p:nvPr>
        </p:nvSpPr>
        <p:spPr>
          <a:xfrm>
            <a:off x="160800" y="1861275"/>
            <a:ext cx="76281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4" type="body"/>
          </p:nvPr>
        </p:nvSpPr>
        <p:spPr>
          <a:xfrm>
            <a:off x="160800" y="2379675"/>
            <a:ext cx="7628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5" type="subTitle"/>
          </p:nvPr>
        </p:nvSpPr>
        <p:spPr>
          <a:xfrm>
            <a:off x="175450" y="3575775"/>
            <a:ext cx="76281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6" type="body"/>
          </p:nvPr>
        </p:nvSpPr>
        <p:spPr>
          <a:xfrm>
            <a:off x="175450" y="4094175"/>
            <a:ext cx="7628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36" name="Google Shape;136;p16"/>
          <p:cNvCxnSpPr/>
          <p:nvPr/>
        </p:nvCxnSpPr>
        <p:spPr>
          <a:xfrm>
            <a:off x="201450" y="1692500"/>
            <a:ext cx="7546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" name="Google Shape;137;p16"/>
          <p:cNvCxnSpPr/>
          <p:nvPr/>
        </p:nvCxnSpPr>
        <p:spPr>
          <a:xfrm>
            <a:off x="201450" y="3424875"/>
            <a:ext cx="7546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3 1 Image">
  <p:cSld name="TITLE_ONLY_1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3713850" y="351450"/>
            <a:ext cx="5056800" cy="148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7"/>
          <p:cNvSpPr/>
          <p:nvPr/>
        </p:nvSpPr>
        <p:spPr>
          <a:xfrm flipH="1">
            <a:off x="2319725" y="1832157"/>
            <a:ext cx="5056800" cy="14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3713850" y="3312864"/>
            <a:ext cx="5056800" cy="148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7"/>
          <p:cNvSpPr/>
          <p:nvPr>
            <p:ph idx="2" type="pic"/>
          </p:nvPr>
        </p:nvSpPr>
        <p:spPr>
          <a:xfrm>
            <a:off x="2318400" y="352800"/>
            <a:ext cx="1404000" cy="14796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17"/>
          <p:cNvSpPr/>
          <p:nvPr>
            <p:ph idx="3" type="pic"/>
          </p:nvPr>
        </p:nvSpPr>
        <p:spPr>
          <a:xfrm>
            <a:off x="7369200" y="1832400"/>
            <a:ext cx="1404000" cy="1479600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17"/>
          <p:cNvSpPr/>
          <p:nvPr>
            <p:ph idx="4" type="pic"/>
          </p:nvPr>
        </p:nvSpPr>
        <p:spPr>
          <a:xfrm>
            <a:off x="2318400" y="3312000"/>
            <a:ext cx="1404000" cy="14796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17"/>
          <p:cNvSpPr txBox="1"/>
          <p:nvPr>
            <p:ph type="title"/>
          </p:nvPr>
        </p:nvSpPr>
        <p:spPr>
          <a:xfrm>
            <a:off x="299250" y="352800"/>
            <a:ext cx="16326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47" name="Google Shape;147;p17"/>
          <p:cNvSpPr txBox="1"/>
          <p:nvPr>
            <p:ph idx="1" type="subTitle"/>
          </p:nvPr>
        </p:nvSpPr>
        <p:spPr>
          <a:xfrm>
            <a:off x="3836100" y="446550"/>
            <a:ext cx="48489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8" name="Google Shape;148;p17"/>
          <p:cNvSpPr txBox="1"/>
          <p:nvPr>
            <p:ph idx="5" type="body"/>
          </p:nvPr>
        </p:nvSpPr>
        <p:spPr>
          <a:xfrm>
            <a:off x="3836100" y="964950"/>
            <a:ext cx="4848900" cy="7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9" name="Google Shape;149;p17"/>
          <p:cNvSpPr txBox="1"/>
          <p:nvPr>
            <p:ph idx="6" type="subTitle"/>
          </p:nvPr>
        </p:nvSpPr>
        <p:spPr>
          <a:xfrm>
            <a:off x="2423675" y="1926588"/>
            <a:ext cx="48489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0" name="Google Shape;150;p17"/>
          <p:cNvSpPr txBox="1"/>
          <p:nvPr>
            <p:ph idx="7" type="body"/>
          </p:nvPr>
        </p:nvSpPr>
        <p:spPr>
          <a:xfrm>
            <a:off x="2423675" y="2444988"/>
            <a:ext cx="4848900" cy="7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1" name="Google Shape;151;p17"/>
          <p:cNvSpPr txBox="1"/>
          <p:nvPr>
            <p:ph idx="8" type="subTitle"/>
          </p:nvPr>
        </p:nvSpPr>
        <p:spPr>
          <a:xfrm>
            <a:off x="3836100" y="3406450"/>
            <a:ext cx="48489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2" name="Google Shape;152;p17"/>
          <p:cNvSpPr txBox="1"/>
          <p:nvPr>
            <p:ph idx="9" type="body"/>
          </p:nvPr>
        </p:nvSpPr>
        <p:spPr>
          <a:xfrm>
            <a:off x="3836100" y="3924850"/>
            <a:ext cx="4848900" cy="7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key metrics v2">
  <p:cSld name="CUSTOM_3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/>
          <p:nvPr/>
        </p:nvSpPr>
        <p:spPr>
          <a:xfrm>
            <a:off x="0" y="1765325"/>
            <a:ext cx="9144000" cy="337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8"/>
          <p:cNvSpPr txBox="1"/>
          <p:nvPr>
            <p:ph idx="1" type="subTitle"/>
          </p:nvPr>
        </p:nvSpPr>
        <p:spPr>
          <a:xfrm>
            <a:off x="352800" y="2820250"/>
            <a:ext cx="18072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8"/>
          <p:cNvSpPr txBox="1"/>
          <p:nvPr>
            <p:ph idx="2" type="body"/>
          </p:nvPr>
        </p:nvSpPr>
        <p:spPr>
          <a:xfrm>
            <a:off x="352800" y="3597475"/>
            <a:ext cx="1807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18"/>
          <p:cNvSpPr/>
          <p:nvPr/>
        </p:nvSpPr>
        <p:spPr>
          <a:xfrm rot="10800000">
            <a:off x="471375" y="2415575"/>
            <a:ext cx="153300" cy="15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8"/>
          <p:cNvSpPr txBox="1"/>
          <p:nvPr>
            <p:ph idx="3" type="subTitle"/>
          </p:nvPr>
        </p:nvSpPr>
        <p:spPr>
          <a:xfrm>
            <a:off x="2574000" y="2820972"/>
            <a:ext cx="18072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18"/>
          <p:cNvSpPr txBox="1"/>
          <p:nvPr>
            <p:ph idx="4" type="body"/>
          </p:nvPr>
        </p:nvSpPr>
        <p:spPr>
          <a:xfrm>
            <a:off x="2574000" y="3597834"/>
            <a:ext cx="1807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8"/>
          <p:cNvSpPr txBox="1"/>
          <p:nvPr>
            <p:ph idx="5" type="subTitle"/>
          </p:nvPr>
        </p:nvSpPr>
        <p:spPr>
          <a:xfrm>
            <a:off x="4788000" y="2820972"/>
            <a:ext cx="18072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8"/>
          <p:cNvSpPr txBox="1"/>
          <p:nvPr>
            <p:ph idx="6" type="body"/>
          </p:nvPr>
        </p:nvSpPr>
        <p:spPr>
          <a:xfrm>
            <a:off x="4788000" y="3597834"/>
            <a:ext cx="1807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18"/>
          <p:cNvSpPr txBox="1"/>
          <p:nvPr>
            <p:ph idx="7" type="subTitle"/>
          </p:nvPr>
        </p:nvSpPr>
        <p:spPr>
          <a:xfrm>
            <a:off x="7002000" y="2820972"/>
            <a:ext cx="18072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18"/>
          <p:cNvSpPr txBox="1"/>
          <p:nvPr>
            <p:ph idx="8" type="body"/>
          </p:nvPr>
        </p:nvSpPr>
        <p:spPr>
          <a:xfrm>
            <a:off x="7002000" y="3597834"/>
            <a:ext cx="1807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8"/>
          <p:cNvSpPr txBox="1"/>
          <p:nvPr>
            <p:ph type="title"/>
          </p:nvPr>
        </p:nvSpPr>
        <p:spPr>
          <a:xfrm>
            <a:off x="369000" y="578600"/>
            <a:ext cx="8406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65" name="Google Shape;165;p18"/>
          <p:cNvSpPr/>
          <p:nvPr/>
        </p:nvSpPr>
        <p:spPr>
          <a:xfrm rot="10800000">
            <a:off x="2675638" y="2415575"/>
            <a:ext cx="153300" cy="15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8"/>
          <p:cNvSpPr/>
          <p:nvPr/>
        </p:nvSpPr>
        <p:spPr>
          <a:xfrm rot="10800000">
            <a:off x="4879925" y="2415575"/>
            <a:ext cx="153300" cy="15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8"/>
          <p:cNvSpPr/>
          <p:nvPr/>
        </p:nvSpPr>
        <p:spPr>
          <a:xfrm rot="10800000">
            <a:off x="7084200" y="2415575"/>
            <a:ext cx="153300" cy="15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key metrics v3">
  <p:cSld name="CUSTOM_4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/>
          <p:nvPr/>
        </p:nvSpPr>
        <p:spPr>
          <a:xfrm>
            <a:off x="334838" y="2126713"/>
            <a:ext cx="1965900" cy="2437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9"/>
          <p:cNvSpPr/>
          <p:nvPr/>
        </p:nvSpPr>
        <p:spPr>
          <a:xfrm rot="10800000">
            <a:off x="334897" y="2126672"/>
            <a:ext cx="470700" cy="469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2504313" y="2126713"/>
            <a:ext cx="1965900" cy="2437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4673788" y="2126713"/>
            <a:ext cx="1965900" cy="2437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6843263" y="2126713"/>
            <a:ext cx="1965900" cy="2437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9"/>
          <p:cNvSpPr/>
          <p:nvPr/>
        </p:nvSpPr>
        <p:spPr>
          <a:xfrm rot="10800000">
            <a:off x="8566781" y="2126667"/>
            <a:ext cx="242400" cy="241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9"/>
          <p:cNvSpPr txBox="1"/>
          <p:nvPr>
            <p:ph idx="1" type="subTitle"/>
          </p:nvPr>
        </p:nvSpPr>
        <p:spPr>
          <a:xfrm>
            <a:off x="466200" y="2863813"/>
            <a:ext cx="17028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6" name="Google Shape;176;p19"/>
          <p:cNvSpPr txBox="1"/>
          <p:nvPr>
            <p:ph idx="2" type="body"/>
          </p:nvPr>
        </p:nvSpPr>
        <p:spPr>
          <a:xfrm>
            <a:off x="466200" y="3615925"/>
            <a:ext cx="17028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7" name="Google Shape;177;p19"/>
          <p:cNvSpPr txBox="1"/>
          <p:nvPr>
            <p:ph idx="3" type="subTitle"/>
          </p:nvPr>
        </p:nvSpPr>
        <p:spPr>
          <a:xfrm>
            <a:off x="2633400" y="2863813"/>
            <a:ext cx="17028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8" name="Google Shape;178;p19"/>
          <p:cNvSpPr txBox="1"/>
          <p:nvPr>
            <p:ph idx="4" type="body"/>
          </p:nvPr>
        </p:nvSpPr>
        <p:spPr>
          <a:xfrm>
            <a:off x="2633400" y="3615925"/>
            <a:ext cx="17028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" name="Google Shape;179;p19"/>
          <p:cNvSpPr txBox="1"/>
          <p:nvPr>
            <p:ph idx="5" type="subTitle"/>
          </p:nvPr>
        </p:nvSpPr>
        <p:spPr>
          <a:xfrm>
            <a:off x="4804200" y="2863813"/>
            <a:ext cx="17028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19"/>
          <p:cNvSpPr txBox="1"/>
          <p:nvPr>
            <p:ph idx="6" type="body"/>
          </p:nvPr>
        </p:nvSpPr>
        <p:spPr>
          <a:xfrm>
            <a:off x="4804200" y="3615925"/>
            <a:ext cx="17028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" name="Google Shape;181;p19"/>
          <p:cNvSpPr txBox="1"/>
          <p:nvPr>
            <p:ph idx="7" type="subTitle"/>
          </p:nvPr>
        </p:nvSpPr>
        <p:spPr>
          <a:xfrm>
            <a:off x="6975000" y="2863813"/>
            <a:ext cx="17028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2" name="Google Shape;182;p19"/>
          <p:cNvSpPr txBox="1"/>
          <p:nvPr>
            <p:ph idx="8" type="body"/>
          </p:nvPr>
        </p:nvSpPr>
        <p:spPr>
          <a:xfrm>
            <a:off x="6975000" y="3615925"/>
            <a:ext cx="17028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3" name="Google Shape;183;p19"/>
          <p:cNvSpPr txBox="1"/>
          <p:nvPr>
            <p:ph type="title"/>
          </p:nvPr>
        </p:nvSpPr>
        <p:spPr>
          <a:xfrm>
            <a:off x="334900" y="727200"/>
            <a:ext cx="84744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84" name="Google Shape;184;p19"/>
          <p:cNvSpPr txBox="1"/>
          <p:nvPr/>
        </p:nvSpPr>
        <p:spPr>
          <a:xfrm>
            <a:off x="334900" y="2126675"/>
            <a:ext cx="47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01</a:t>
            </a:r>
            <a:endParaRPr b="0" i="0" sz="1600" u="none" cap="none" strike="noStrike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85" name="Google Shape;185;p19"/>
          <p:cNvSpPr/>
          <p:nvPr/>
        </p:nvSpPr>
        <p:spPr>
          <a:xfrm rot="10800000">
            <a:off x="2504347" y="2126672"/>
            <a:ext cx="470700" cy="469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2504350" y="2126675"/>
            <a:ext cx="47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02</a:t>
            </a:r>
            <a:endParaRPr b="0" i="0" sz="1600" u="none" cap="none" strike="noStrike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87" name="Google Shape;187;p19"/>
          <p:cNvSpPr/>
          <p:nvPr/>
        </p:nvSpPr>
        <p:spPr>
          <a:xfrm rot="10800000">
            <a:off x="4673809" y="2126672"/>
            <a:ext cx="470700" cy="469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4673813" y="2126675"/>
            <a:ext cx="47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03</a:t>
            </a:r>
            <a:endParaRPr b="0" i="0" sz="1600" u="none" cap="none" strike="noStrike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89" name="Google Shape;189;p19"/>
          <p:cNvSpPr/>
          <p:nvPr/>
        </p:nvSpPr>
        <p:spPr>
          <a:xfrm rot="10800000">
            <a:off x="6843272" y="2126672"/>
            <a:ext cx="470700" cy="469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6843275" y="2126675"/>
            <a:ext cx="47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04</a:t>
            </a:r>
            <a:endParaRPr b="0" i="0" sz="1600" u="none" cap="none" strike="noStrike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91" name="Google Shape;191;p19"/>
          <p:cNvSpPr/>
          <p:nvPr/>
        </p:nvSpPr>
        <p:spPr>
          <a:xfrm rot="10800000">
            <a:off x="6397306" y="2126667"/>
            <a:ext cx="242400" cy="241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9"/>
          <p:cNvSpPr/>
          <p:nvPr/>
        </p:nvSpPr>
        <p:spPr>
          <a:xfrm rot="10800000">
            <a:off x="4227831" y="2126667"/>
            <a:ext cx="242400" cy="241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9"/>
          <p:cNvSpPr/>
          <p:nvPr/>
        </p:nvSpPr>
        <p:spPr>
          <a:xfrm rot="10800000">
            <a:off x="2058356" y="2126667"/>
            <a:ext cx="242400" cy="241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">
  <p:cSld name="CUSTOM_5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"/>
          <p:cNvSpPr/>
          <p:nvPr/>
        </p:nvSpPr>
        <p:spPr>
          <a:xfrm>
            <a:off x="1287000" y="1692525"/>
            <a:ext cx="6289200" cy="2442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1711039" y="1957095"/>
            <a:ext cx="173700" cy="172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3704190" y="1957095"/>
            <a:ext cx="173700" cy="17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5759988" y="1957095"/>
            <a:ext cx="173700" cy="17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0"/>
          <p:cNvSpPr/>
          <p:nvPr/>
        </p:nvSpPr>
        <p:spPr>
          <a:xfrm rot="10800000">
            <a:off x="-21900" y="4134750"/>
            <a:ext cx="1308900" cy="1004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0"/>
          <p:cNvSpPr txBox="1"/>
          <p:nvPr>
            <p:ph idx="1" type="subTitle"/>
          </p:nvPr>
        </p:nvSpPr>
        <p:spPr>
          <a:xfrm>
            <a:off x="1620000" y="2293200"/>
            <a:ext cx="15732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0"/>
          <p:cNvSpPr txBox="1"/>
          <p:nvPr>
            <p:ph idx="2" type="body"/>
          </p:nvPr>
        </p:nvSpPr>
        <p:spPr>
          <a:xfrm>
            <a:off x="1620000" y="2978916"/>
            <a:ext cx="15732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2" name="Google Shape;202;p20"/>
          <p:cNvSpPr txBox="1"/>
          <p:nvPr>
            <p:ph idx="3" type="subTitle"/>
          </p:nvPr>
        </p:nvSpPr>
        <p:spPr>
          <a:xfrm>
            <a:off x="3600000" y="2293200"/>
            <a:ext cx="15732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3" name="Google Shape;203;p20"/>
          <p:cNvSpPr txBox="1"/>
          <p:nvPr>
            <p:ph idx="4" type="body"/>
          </p:nvPr>
        </p:nvSpPr>
        <p:spPr>
          <a:xfrm>
            <a:off x="3600000" y="2978916"/>
            <a:ext cx="15732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4" name="Google Shape;204;p20"/>
          <p:cNvSpPr txBox="1"/>
          <p:nvPr>
            <p:ph idx="5" type="subTitle"/>
          </p:nvPr>
        </p:nvSpPr>
        <p:spPr>
          <a:xfrm>
            <a:off x="5670000" y="2293200"/>
            <a:ext cx="15732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0"/>
          <p:cNvSpPr txBox="1"/>
          <p:nvPr>
            <p:ph idx="6" type="body"/>
          </p:nvPr>
        </p:nvSpPr>
        <p:spPr>
          <a:xfrm>
            <a:off x="5670000" y="2978916"/>
            <a:ext cx="15732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6" name="Google Shape;206;p20"/>
          <p:cNvSpPr txBox="1"/>
          <p:nvPr>
            <p:ph type="title"/>
          </p:nvPr>
        </p:nvSpPr>
        <p:spPr>
          <a:xfrm>
            <a:off x="1288800" y="568075"/>
            <a:ext cx="6289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07" name="Google Shape;207;p20"/>
          <p:cNvSpPr/>
          <p:nvPr/>
        </p:nvSpPr>
        <p:spPr>
          <a:xfrm rot="10800000">
            <a:off x="7560900" y="-29175"/>
            <a:ext cx="1600200" cy="1721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 v2">
  <p:cSld name="CUSTOM_6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/>
          <p:cNvSpPr/>
          <p:nvPr/>
        </p:nvSpPr>
        <p:spPr>
          <a:xfrm rot="5400000">
            <a:off x="3889275" y="-123450"/>
            <a:ext cx="3783300" cy="6735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2470125" y="1352852"/>
            <a:ext cx="1965900" cy="288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4639600" y="1352852"/>
            <a:ext cx="1965900" cy="288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6809075" y="1352852"/>
            <a:ext cx="1965900" cy="288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1"/>
          <p:cNvSpPr txBox="1"/>
          <p:nvPr>
            <p:ph idx="1" type="subTitle"/>
          </p:nvPr>
        </p:nvSpPr>
        <p:spPr>
          <a:xfrm>
            <a:off x="2602800" y="2437300"/>
            <a:ext cx="17028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4" name="Google Shape;214;p21"/>
          <p:cNvSpPr txBox="1"/>
          <p:nvPr>
            <p:ph idx="2" type="body"/>
          </p:nvPr>
        </p:nvSpPr>
        <p:spPr>
          <a:xfrm>
            <a:off x="2602800" y="3144764"/>
            <a:ext cx="17028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5" name="Google Shape;215;p21"/>
          <p:cNvSpPr txBox="1"/>
          <p:nvPr>
            <p:ph idx="3" type="subTitle"/>
          </p:nvPr>
        </p:nvSpPr>
        <p:spPr>
          <a:xfrm>
            <a:off x="4770000" y="2437300"/>
            <a:ext cx="17028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6" name="Google Shape;216;p21"/>
          <p:cNvSpPr txBox="1"/>
          <p:nvPr>
            <p:ph idx="4" type="body"/>
          </p:nvPr>
        </p:nvSpPr>
        <p:spPr>
          <a:xfrm>
            <a:off x="4770000" y="3144764"/>
            <a:ext cx="17028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7" name="Google Shape;217;p21"/>
          <p:cNvSpPr txBox="1"/>
          <p:nvPr>
            <p:ph idx="5" type="subTitle"/>
          </p:nvPr>
        </p:nvSpPr>
        <p:spPr>
          <a:xfrm>
            <a:off x="6940800" y="2437300"/>
            <a:ext cx="17028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" name="Google Shape;218;p21"/>
          <p:cNvSpPr txBox="1"/>
          <p:nvPr>
            <p:ph idx="6" type="body"/>
          </p:nvPr>
        </p:nvSpPr>
        <p:spPr>
          <a:xfrm>
            <a:off x="6940800" y="3144764"/>
            <a:ext cx="17028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9" name="Google Shape;219;p21"/>
          <p:cNvSpPr txBox="1"/>
          <p:nvPr>
            <p:ph type="title"/>
          </p:nvPr>
        </p:nvSpPr>
        <p:spPr>
          <a:xfrm>
            <a:off x="2629125" y="382025"/>
            <a:ext cx="63036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20" name="Google Shape;220;p21"/>
          <p:cNvSpPr txBox="1"/>
          <p:nvPr/>
        </p:nvSpPr>
        <p:spPr>
          <a:xfrm>
            <a:off x="2602800" y="1695450"/>
            <a:ext cx="4929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01</a:t>
            </a:r>
            <a:endParaRPr b="0" i="0" sz="3000" u="none" cap="none" strike="noStrike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770000" y="1695450"/>
            <a:ext cx="4929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02</a:t>
            </a:r>
            <a:endParaRPr b="0" i="0" sz="3000" u="none" cap="none" strike="noStrike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6937200" y="1695450"/>
            <a:ext cx="4929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03</a:t>
            </a:r>
            <a:endParaRPr b="0" i="0" sz="3000" u="none" cap="none" strike="noStrike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-21975" y="-41525"/>
            <a:ext cx="2492100" cy="518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items on timeline">
  <p:cSld name="CUSTOM_7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"/>
          <p:cNvSpPr/>
          <p:nvPr/>
        </p:nvSpPr>
        <p:spPr>
          <a:xfrm>
            <a:off x="8366700" y="1"/>
            <a:ext cx="777300" cy="77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8366700" y="482701"/>
            <a:ext cx="292500" cy="291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0" y="4159000"/>
            <a:ext cx="989400" cy="984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2"/>
          <p:cNvSpPr txBox="1"/>
          <p:nvPr>
            <p:ph type="title"/>
          </p:nvPr>
        </p:nvSpPr>
        <p:spPr>
          <a:xfrm>
            <a:off x="979200" y="773700"/>
            <a:ext cx="7207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29" name="Google Shape;229;p22"/>
          <p:cNvSpPr/>
          <p:nvPr/>
        </p:nvSpPr>
        <p:spPr>
          <a:xfrm>
            <a:off x="383400" y="1898775"/>
            <a:ext cx="8377200" cy="198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3175800" y="1890650"/>
            <a:ext cx="5584800" cy="198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5968200" y="1890650"/>
            <a:ext cx="2792400" cy="198600"/>
          </a:xfrm>
          <a:prstGeom prst="round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32" name="Google Shape;232;p22"/>
          <p:cNvSpPr txBox="1"/>
          <p:nvPr>
            <p:ph idx="1" type="subTitle"/>
          </p:nvPr>
        </p:nvSpPr>
        <p:spPr>
          <a:xfrm>
            <a:off x="535450" y="2262350"/>
            <a:ext cx="24645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3" name="Google Shape;233;p22"/>
          <p:cNvSpPr txBox="1"/>
          <p:nvPr>
            <p:ph idx="2" type="body"/>
          </p:nvPr>
        </p:nvSpPr>
        <p:spPr>
          <a:xfrm>
            <a:off x="535450" y="2948076"/>
            <a:ext cx="2464500" cy="9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4" name="Google Shape;234;p22"/>
          <p:cNvSpPr txBox="1"/>
          <p:nvPr>
            <p:ph idx="3" type="subTitle"/>
          </p:nvPr>
        </p:nvSpPr>
        <p:spPr>
          <a:xfrm>
            <a:off x="3339750" y="2262350"/>
            <a:ext cx="24645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5" name="Google Shape;235;p22"/>
          <p:cNvSpPr txBox="1"/>
          <p:nvPr>
            <p:ph idx="4" type="body"/>
          </p:nvPr>
        </p:nvSpPr>
        <p:spPr>
          <a:xfrm>
            <a:off x="3339750" y="2948076"/>
            <a:ext cx="2464500" cy="9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6" name="Google Shape;236;p22"/>
          <p:cNvSpPr txBox="1"/>
          <p:nvPr>
            <p:ph idx="5" type="subTitle"/>
          </p:nvPr>
        </p:nvSpPr>
        <p:spPr>
          <a:xfrm>
            <a:off x="6144050" y="2262350"/>
            <a:ext cx="24645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7" name="Google Shape;237;p22"/>
          <p:cNvSpPr txBox="1"/>
          <p:nvPr>
            <p:ph idx="6" type="body"/>
          </p:nvPr>
        </p:nvSpPr>
        <p:spPr>
          <a:xfrm>
            <a:off x="6144050" y="2948076"/>
            <a:ext cx="2464500" cy="9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items on timeline v2">
  <p:cSld name="CUSTOM_8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/>
          <p:cNvSpPr/>
          <p:nvPr/>
        </p:nvSpPr>
        <p:spPr>
          <a:xfrm>
            <a:off x="4667250" y="4775"/>
            <a:ext cx="4476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40" name="Google Shape;240;p23"/>
          <p:cNvSpPr txBox="1"/>
          <p:nvPr>
            <p:ph idx="1" type="subTitle"/>
          </p:nvPr>
        </p:nvSpPr>
        <p:spPr>
          <a:xfrm>
            <a:off x="4989450" y="234150"/>
            <a:ext cx="39273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1" name="Google Shape;241;p23"/>
          <p:cNvSpPr txBox="1"/>
          <p:nvPr>
            <p:ph idx="2" type="body"/>
          </p:nvPr>
        </p:nvSpPr>
        <p:spPr>
          <a:xfrm>
            <a:off x="4989450" y="723475"/>
            <a:ext cx="39273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2" name="Google Shape;242;p23"/>
          <p:cNvSpPr/>
          <p:nvPr/>
        </p:nvSpPr>
        <p:spPr>
          <a:xfrm>
            <a:off x="4554516" y="327277"/>
            <a:ext cx="208800" cy="2088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3"/>
          <p:cNvSpPr txBox="1"/>
          <p:nvPr>
            <p:ph idx="3" type="subTitle"/>
          </p:nvPr>
        </p:nvSpPr>
        <p:spPr>
          <a:xfrm>
            <a:off x="4989450" y="1974388"/>
            <a:ext cx="39273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4" name="Google Shape;244;p23"/>
          <p:cNvSpPr txBox="1"/>
          <p:nvPr>
            <p:ph idx="4" type="body"/>
          </p:nvPr>
        </p:nvSpPr>
        <p:spPr>
          <a:xfrm>
            <a:off x="4989450" y="2463713"/>
            <a:ext cx="39273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5" name="Google Shape;245;p23"/>
          <p:cNvSpPr/>
          <p:nvPr/>
        </p:nvSpPr>
        <p:spPr>
          <a:xfrm>
            <a:off x="4554516" y="2067515"/>
            <a:ext cx="208800" cy="2088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3"/>
          <p:cNvSpPr txBox="1"/>
          <p:nvPr>
            <p:ph idx="5" type="subTitle"/>
          </p:nvPr>
        </p:nvSpPr>
        <p:spPr>
          <a:xfrm>
            <a:off x="4989450" y="3714613"/>
            <a:ext cx="39273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7" name="Google Shape;247;p23"/>
          <p:cNvSpPr txBox="1"/>
          <p:nvPr>
            <p:ph idx="6" type="body"/>
          </p:nvPr>
        </p:nvSpPr>
        <p:spPr>
          <a:xfrm>
            <a:off x="4989450" y="4203938"/>
            <a:ext cx="39273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8" name="Google Shape;248;p23"/>
          <p:cNvSpPr/>
          <p:nvPr/>
        </p:nvSpPr>
        <p:spPr>
          <a:xfrm>
            <a:off x="4554516" y="3807740"/>
            <a:ext cx="208800" cy="2088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 txBox="1"/>
          <p:nvPr>
            <p:ph type="title"/>
          </p:nvPr>
        </p:nvSpPr>
        <p:spPr>
          <a:xfrm>
            <a:off x="320375" y="236575"/>
            <a:ext cx="3927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items on timeline 1">
  <p:cSld name="CUSTOM_9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"/>
          <p:cNvSpPr txBox="1"/>
          <p:nvPr>
            <p:ph type="title"/>
          </p:nvPr>
        </p:nvSpPr>
        <p:spPr>
          <a:xfrm>
            <a:off x="1339225" y="741550"/>
            <a:ext cx="64719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52" name="Google Shape;252;p24"/>
          <p:cNvSpPr/>
          <p:nvPr/>
        </p:nvSpPr>
        <p:spPr>
          <a:xfrm>
            <a:off x="0" y="2004575"/>
            <a:ext cx="2286000" cy="12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2286003" y="2004575"/>
            <a:ext cx="2286000" cy="12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4572000" y="2004575"/>
            <a:ext cx="2286000" cy="12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6858000" y="2004575"/>
            <a:ext cx="2286000" cy="12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4"/>
          <p:cNvSpPr txBox="1"/>
          <p:nvPr>
            <p:ph idx="1" type="subTitle"/>
          </p:nvPr>
        </p:nvSpPr>
        <p:spPr>
          <a:xfrm>
            <a:off x="214675" y="2388000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24"/>
          <p:cNvSpPr txBox="1"/>
          <p:nvPr>
            <p:ph idx="2" type="body"/>
          </p:nvPr>
        </p:nvSpPr>
        <p:spPr>
          <a:xfrm>
            <a:off x="214675" y="30491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8" name="Google Shape;258;p24"/>
          <p:cNvSpPr txBox="1"/>
          <p:nvPr>
            <p:ph idx="3" type="subTitle"/>
          </p:nvPr>
        </p:nvSpPr>
        <p:spPr>
          <a:xfrm>
            <a:off x="2500675" y="2388000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9" name="Google Shape;259;p24"/>
          <p:cNvSpPr txBox="1"/>
          <p:nvPr>
            <p:ph idx="4" type="body"/>
          </p:nvPr>
        </p:nvSpPr>
        <p:spPr>
          <a:xfrm>
            <a:off x="2500675" y="30491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60" name="Google Shape;260;p24"/>
          <p:cNvSpPr txBox="1"/>
          <p:nvPr>
            <p:ph idx="5" type="subTitle"/>
          </p:nvPr>
        </p:nvSpPr>
        <p:spPr>
          <a:xfrm>
            <a:off x="4786675" y="2388000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1" name="Google Shape;261;p24"/>
          <p:cNvSpPr txBox="1"/>
          <p:nvPr>
            <p:ph idx="6" type="body"/>
          </p:nvPr>
        </p:nvSpPr>
        <p:spPr>
          <a:xfrm>
            <a:off x="4786675" y="30491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62" name="Google Shape;262;p24"/>
          <p:cNvSpPr txBox="1"/>
          <p:nvPr>
            <p:ph idx="7" type="subTitle"/>
          </p:nvPr>
        </p:nvSpPr>
        <p:spPr>
          <a:xfrm>
            <a:off x="7072675" y="2388000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3" name="Google Shape;263;p24"/>
          <p:cNvSpPr txBox="1"/>
          <p:nvPr>
            <p:ph idx="8" type="body"/>
          </p:nvPr>
        </p:nvSpPr>
        <p:spPr>
          <a:xfrm>
            <a:off x="7072675" y="30491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slide - v1">
  <p:cSld name="CUSTOM_10">
    <p:bg>
      <p:bgPr>
        <a:solidFill>
          <a:schemeClr val="accent5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5"/>
          <p:cNvSpPr/>
          <p:nvPr>
            <p:ph idx="2" type="pic"/>
          </p:nvPr>
        </p:nvSpPr>
        <p:spPr>
          <a:xfrm>
            <a:off x="0" y="0"/>
            <a:ext cx="3332100" cy="33321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25"/>
          <p:cNvSpPr/>
          <p:nvPr/>
        </p:nvSpPr>
        <p:spPr>
          <a:xfrm>
            <a:off x="0" y="3332100"/>
            <a:ext cx="3332100" cy="1811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5"/>
          <p:cNvSpPr txBox="1"/>
          <p:nvPr>
            <p:ph type="title"/>
          </p:nvPr>
        </p:nvSpPr>
        <p:spPr>
          <a:xfrm>
            <a:off x="3678875" y="425775"/>
            <a:ext cx="5054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68" name="Google Shape;268;p25"/>
          <p:cNvSpPr txBox="1"/>
          <p:nvPr>
            <p:ph idx="1" type="body"/>
          </p:nvPr>
        </p:nvSpPr>
        <p:spPr>
          <a:xfrm>
            <a:off x="3678875" y="1216275"/>
            <a:ext cx="5054700" cy="3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69" name="Google Shape;269;p25"/>
          <p:cNvSpPr txBox="1"/>
          <p:nvPr>
            <p:ph idx="3" type="subTitle"/>
          </p:nvPr>
        </p:nvSpPr>
        <p:spPr>
          <a:xfrm>
            <a:off x="424800" y="3643961"/>
            <a:ext cx="2482500" cy="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25"/>
          <p:cNvSpPr txBox="1"/>
          <p:nvPr>
            <p:ph idx="4" type="body"/>
          </p:nvPr>
        </p:nvSpPr>
        <p:spPr>
          <a:xfrm>
            <a:off x="424800" y="4258046"/>
            <a:ext cx="2482500" cy="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layout - v2">
  <p:cSld name="CUSTOM_11">
    <p:bg>
      <p:bgPr>
        <a:solidFill>
          <a:schemeClr val="accent2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"/>
          <p:cNvSpPr/>
          <p:nvPr/>
        </p:nvSpPr>
        <p:spPr>
          <a:xfrm>
            <a:off x="5748718" y="3574900"/>
            <a:ext cx="3395400" cy="1557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8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6"/>
          <p:cNvSpPr/>
          <p:nvPr>
            <p:ph idx="2" type="pic"/>
          </p:nvPr>
        </p:nvSpPr>
        <p:spPr>
          <a:xfrm>
            <a:off x="5746050" y="-9500"/>
            <a:ext cx="3395400" cy="3584400"/>
          </a:xfrm>
          <a:prstGeom prst="rect">
            <a:avLst/>
          </a:prstGeom>
          <a:noFill/>
          <a:ln>
            <a:noFill/>
          </a:ln>
        </p:spPr>
      </p:sp>
      <p:sp>
        <p:nvSpPr>
          <p:cNvPr id="274" name="Google Shape;274;p26"/>
          <p:cNvSpPr txBox="1"/>
          <p:nvPr>
            <p:ph idx="1" type="body"/>
          </p:nvPr>
        </p:nvSpPr>
        <p:spPr>
          <a:xfrm>
            <a:off x="300350" y="1181250"/>
            <a:ext cx="5083500" cy="3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5" name="Google Shape;275;p26"/>
          <p:cNvSpPr txBox="1"/>
          <p:nvPr>
            <p:ph type="title"/>
          </p:nvPr>
        </p:nvSpPr>
        <p:spPr>
          <a:xfrm>
            <a:off x="300350" y="377875"/>
            <a:ext cx="50835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6" name="Google Shape;276;p26"/>
          <p:cNvSpPr txBox="1"/>
          <p:nvPr>
            <p:ph idx="3" type="subTitle"/>
          </p:nvPr>
        </p:nvSpPr>
        <p:spPr>
          <a:xfrm>
            <a:off x="6077225" y="3861550"/>
            <a:ext cx="2738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7" name="Google Shape;277;p26"/>
          <p:cNvSpPr txBox="1"/>
          <p:nvPr>
            <p:ph idx="4" type="body"/>
          </p:nvPr>
        </p:nvSpPr>
        <p:spPr>
          <a:xfrm>
            <a:off x="6077225" y="4370657"/>
            <a:ext cx="2738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layout - v3">
  <p:cSld name="CUSTOM_12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7"/>
          <p:cNvSpPr/>
          <p:nvPr/>
        </p:nvSpPr>
        <p:spPr>
          <a:xfrm>
            <a:off x="7561375" y="3560800"/>
            <a:ext cx="1582500" cy="1582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80" name="Google Shape;280;p27"/>
          <p:cNvSpPr/>
          <p:nvPr/>
        </p:nvSpPr>
        <p:spPr>
          <a:xfrm>
            <a:off x="431100" y="3296025"/>
            <a:ext cx="2650500" cy="121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7"/>
          <p:cNvSpPr/>
          <p:nvPr>
            <p:ph idx="2" type="pic"/>
          </p:nvPr>
        </p:nvSpPr>
        <p:spPr>
          <a:xfrm>
            <a:off x="431100" y="645525"/>
            <a:ext cx="2650500" cy="2650500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p27"/>
          <p:cNvSpPr txBox="1"/>
          <p:nvPr>
            <p:ph type="title"/>
          </p:nvPr>
        </p:nvSpPr>
        <p:spPr>
          <a:xfrm>
            <a:off x="3328350" y="629788"/>
            <a:ext cx="54156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83" name="Google Shape;283;p27"/>
          <p:cNvSpPr txBox="1"/>
          <p:nvPr>
            <p:ph idx="1" type="body"/>
          </p:nvPr>
        </p:nvSpPr>
        <p:spPr>
          <a:xfrm>
            <a:off x="3328350" y="1443813"/>
            <a:ext cx="5415600" cy="30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4" name="Google Shape;284;p27"/>
          <p:cNvSpPr txBox="1"/>
          <p:nvPr>
            <p:ph idx="3" type="subTitle"/>
          </p:nvPr>
        </p:nvSpPr>
        <p:spPr>
          <a:xfrm>
            <a:off x="530700" y="3412425"/>
            <a:ext cx="2430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85" name="Google Shape;285;p27"/>
          <p:cNvSpPr txBox="1"/>
          <p:nvPr>
            <p:ph idx="4" type="body"/>
          </p:nvPr>
        </p:nvSpPr>
        <p:spPr>
          <a:xfrm>
            <a:off x="530700" y="3921532"/>
            <a:ext cx="2430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6" name="Google Shape;286;p27"/>
          <p:cNvSpPr/>
          <p:nvPr/>
        </p:nvSpPr>
        <p:spPr>
          <a:xfrm>
            <a:off x="0" y="0"/>
            <a:ext cx="431100" cy="618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us slide - v1">
  <p:cSld name="CUSTOM_13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8"/>
          <p:cNvSpPr/>
          <p:nvPr/>
        </p:nvSpPr>
        <p:spPr>
          <a:xfrm>
            <a:off x="7982200" y="-3725"/>
            <a:ext cx="1161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89" name="Google Shape;289;p28"/>
          <p:cNvSpPr/>
          <p:nvPr>
            <p:ph idx="2" type="pic"/>
          </p:nvPr>
        </p:nvSpPr>
        <p:spPr>
          <a:xfrm>
            <a:off x="4710900" y="-100"/>
            <a:ext cx="375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90" name="Google Shape;290;p28"/>
          <p:cNvSpPr txBox="1"/>
          <p:nvPr>
            <p:ph type="title"/>
          </p:nvPr>
        </p:nvSpPr>
        <p:spPr>
          <a:xfrm>
            <a:off x="354750" y="580375"/>
            <a:ext cx="3591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91" name="Google Shape;291;p28"/>
          <p:cNvSpPr txBox="1"/>
          <p:nvPr>
            <p:ph idx="1" type="body"/>
          </p:nvPr>
        </p:nvSpPr>
        <p:spPr>
          <a:xfrm>
            <a:off x="355500" y="1850688"/>
            <a:ext cx="35928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2" name="Google Shape;292;p28"/>
          <p:cNvSpPr txBox="1"/>
          <p:nvPr/>
        </p:nvSpPr>
        <p:spPr>
          <a:xfrm>
            <a:off x="354746" y="2703707"/>
            <a:ext cx="35910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Email</a:t>
            </a:r>
            <a:endParaRPr b="1" i="0" sz="14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93" name="Google Shape;293;p28"/>
          <p:cNvSpPr txBox="1"/>
          <p:nvPr/>
        </p:nvSpPr>
        <p:spPr>
          <a:xfrm>
            <a:off x="354746" y="3815627"/>
            <a:ext cx="35910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Site Link</a:t>
            </a:r>
            <a:endParaRPr b="1" i="0" sz="14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94" name="Google Shape;294;p28"/>
          <p:cNvSpPr txBox="1"/>
          <p:nvPr>
            <p:ph idx="3" type="body"/>
          </p:nvPr>
        </p:nvSpPr>
        <p:spPr>
          <a:xfrm>
            <a:off x="355500" y="2962625"/>
            <a:ext cx="35928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54746" y="1592200"/>
            <a:ext cx="35910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Number</a:t>
            </a:r>
            <a:endParaRPr b="1" i="0" sz="14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96" name="Google Shape;296;p28"/>
          <p:cNvSpPr txBox="1"/>
          <p:nvPr>
            <p:ph idx="4" type="body"/>
          </p:nvPr>
        </p:nvSpPr>
        <p:spPr>
          <a:xfrm>
            <a:off x="355500" y="4074975"/>
            <a:ext cx="35928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7" name="Google Shape;297;p28"/>
          <p:cNvSpPr/>
          <p:nvPr/>
        </p:nvSpPr>
        <p:spPr>
          <a:xfrm>
            <a:off x="4293250" y="-100"/>
            <a:ext cx="4176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us slide - v2">
  <p:cSld name="CUSTOM_14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9"/>
          <p:cNvSpPr/>
          <p:nvPr/>
        </p:nvSpPr>
        <p:spPr>
          <a:xfrm>
            <a:off x="7529400" y="-750"/>
            <a:ext cx="1614600" cy="19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4332632" y="0"/>
            <a:ext cx="3196800" cy="19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9"/>
          <p:cNvSpPr/>
          <p:nvPr>
            <p:ph idx="2" type="pic"/>
          </p:nvPr>
        </p:nvSpPr>
        <p:spPr>
          <a:xfrm>
            <a:off x="4334400" y="1962000"/>
            <a:ext cx="3196800" cy="31824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29"/>
          <p:cNvSpPr txBox="1"/>
          <p:nvPr>
            <p:ph type="title"/>
          </p:nvPr>
        </p:nvSpPr>
        <p:spPr>
          <a:xfrm>
            <a:off x="4424425" y="589950"/>
            <a:ext cx="3013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03" name="Google Shape;303;p29"/>
          <p:cNvSpPr txBox="1"/>
          <p:nvPr/>
        </p:nvSpPr>
        <p:spPr>
          <a:xfrm>
            <a:off x="516830" y="730050"/>
            <a:ext cx="33237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Number</a:t>
            </a:r>
            <a:endParaRPr b="1" i="0" sz="14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04" name="Google Shape;304;p29"/>
          <p:cNvSpPr txBox="1"/>
          <p:nvPr/>
        </p:nvSpPr>
        <p:spPr>
          <a:xfrm>
            <a:off x="516830" y="1597220"/>
            <a:ext cx="33237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Email</a:t>
            </a:r>
            <a:endParaRPr b="1" i="0" sz="14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05" name="Google Shape;305;p29"/>
          <p:cNvSpPr txBox="1"/>
          <p:nvPr/>
        </p:nvSpPr>
        <p:spPr>
          <a:xfrm>
            <a:off x="516830" y="2464389"/>
            <a:ext cx="33237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Site Link</a:t>
            </a:r>
            <a:endParaRPr b="1" i="0" sz="14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06" name="Google Shape;306;p29"/>
          <p:cNvSpPr txBox="1"/>
          <p:nvPr/>
        </p:nvSpPr>
        <p:spPr>
          <a:xfrm>
            <a:off x="516830" y="3331559"/>
            <a:ext cx="33237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Address</a:t>
            </a:r>
            <a:endParaRPr b="1" i="0" sz="14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07" name="Google Shape;307;p29"/>
          <p:cNvSpPr txBox="1"/>
          <p:nvPr>
            <p:ph idx="1" type="body"/>
          </p:nvPr>
        </p:nvSpPr>
        <p:spPr>
          <a:xfrm>
            <a:off x="514800" y="990000"/>
            <a:ext cx="33228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8" name="Google Shape;308;p29"/>
          <p:cNvSpPr txBox="1"/>
          <p:nvPr>
            <p:ph idx="3" type="body"/>
          </p:nvPr>
        </p:nvSpPr>
        <p:spPr>
          <a:xfrm>
            <a:off x="514800" y="1857600"/>
            <a:ext cx="33228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9" name="Google Shape;309;p29"/>
          <p:cNvSpPr txBox="1"/>
          <p:nvPr>
            <p:ph idx="4" type="body"/>
          </p:nvPr>
        </p:nvSpPr>
        <p:spPr>
          <a:xfrm>
            <a:off x="514800" y="2725200"/>
            <a:ext cx="33228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0" name="Google Shape;310;p29"/>
          <p:cNvSpPr txBox="1"/>
          <p:nvPr>
            <p:ph idx="5" type="body"/>
          </p:nvPr>
        </p:nvSpPr>
        <p:spPr>
          <a:xfrm>
            <a:off x="514800" y="3589200"/>
            <a:ext cx="3322800" cy="8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1" name="Google Shape;311;p29"/>
          <p:cNvSpPr/>
          <p:nvPr/>
        </p:nvSpPr>
        <p:spPr>
          <a:xfrm>
            <a:off x="7529400" y="1962000"/>
            <a:ext cx="1614600" cy="3182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eam members slide - v1">
  <p:cSld name="CUSTOM_14_1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/>
          <p:nvPr/>
        </p:nvSpPr>
        <p:spPr>
          <a:xfrm>
            <a:off x="-10350" y="3375175"/>
            <a:ext cx="9144000" cy="176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14" name="Google Shape;314;p30"/>
          <p:cNvSpPr/>
          <p:nvPr>
            <p:ph idx="2" type="pic"/>
          </p:nvPr>
        </p:nvSpPr>
        <p:spPr>
          <a:xfrm>
            <a:off x="835200" y="1418400"/>
            <a:ext cx="3574800" cy="1947600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30"/>
          <p:cNvSpPr/>
          <p:nvPr/>
        </p:nvSpPr>
        <p:spPr>
          <a:xfrm>
            <a:off x="835200" y="3366000"/>
            <a:ext cx="3574800" cy="1237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0"/>
          <p:cNvSpPr/>
          <p:nvPr>
            <p:ph idx="3" type="pic"/>
          </p:nvPr>
        </p:nvSpPr>
        <p:spPr>
          <a:xfrm>
            <a:off x="4734000" y="1418400"/>
            <a:ext cx="3574800" cy="19476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30"/>
          <p:cNvSpPr/>
          <p:nvPr/>
        </p:nvSpPr>
        <p:spPr>
          <a:xfrm>
            <a:off x="4734000" y="3366000"/>
            <a:ext cx="3574800" cy="1237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0"/>
          <p:cNvSpPr txBox="1"/>
          <p:nvPr>
            <p:ph type="ctrTitle"/>
          </p:nvPr>
        </p:nvSpPr>
        <p:spPr>
          <a:xfrm>
            <a:off x="835200" y="349200"/>
            <a:ext cx="7473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19" name="Google Shape;319;p30"/>
          <p:cNvSpPr txBox="1"/>
          <p:nvPr>
            <p:ph idx="1" type="body"/>
          </p:nvPr>
        </p:nvSpPr>
        <p:spPr>
          <a:xfrm>
            <a:off x="900000" y="3947910"/>
            <a:ext cx="34452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0" name="Google Shape;320;p30"/>
          <p:cNvSpPr txBox="1"/>
          <p:nvPr>
            <p:ph idx="4" type="subTitle"/>
          </p:nvPr>
        </p:nvSpPr>
        <p:spPr>
          <a:xfrm>
            <a:off x="900000" y="3534075"/>
            <a:ext cx="34452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1" name="Google Shape;321;p30"/>
          <p:cNvSpPr txBox="1"/>
          <p:nvPr>
            <p:ph idx="5" type="body"/>
          </p:nvPr>
        </p:nvSpPr>
        <p:spPr>
          <a:xfrm>
            <a:off x="4798800" y="3945732"/>
            <a:ext cx="34452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2" name="Google Shape;322;p30"/>
          <p:cNvSpPr txBox="1"/>
          <p:nvPr>
            <p:ph idx="6" type="subTitle"/>
          </p:nvPr>
        </p:nvSpPr>
        <p:spPr>
          <a:xfrm>
            <a:off x="4798800" y="3534075"/>
            <a:ext cx="34452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eam Members slide - v2">
  <p:cSld name="CUSTOM_15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1"/>
          <p:cNvSpPr/>
          <p:nvPr/>
        </p:nvSpPr>
        <p:spPr>
          <a:xfrm>
            <a:off x="-10350" y="2753975"/>
            <a:ext cx="5316900" cy="2389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25" name="Google Shape;325;p31"/>
          <p:cNvSpPr/>
          <p:nvPr/>
        </p:nvSpPr>
        <p:spPr>
          <a:xfrm>
            <a:off x="10800" y="7200"/>
            <a:ext cx="9144000" cy="275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1"/>
          <p:cNvSpPr/>
          <p:nvPr>
            <p:ph idx="2" type="pic"/>
          </p:nvPr>
        </p:nvSpPr>
        <p:spPr>
          <a:xfrm>
            <a:off x="867600" y="856800"/>
            <a:ext cx="2174400" cy="23688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31"/>
          <p:cNvSpPr/>
          <p:nvPr/>
        </p:nvSpPr>
        <p:spPr>
          <a:xfrm>
            <a:off x="867600" y="3225600"/>
            <a:ext cx="2174400" cy="150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1"/>
          <p:cNvSpPr txBox="1"/>
          <p:nvPr>
            <p:ph idx="1" type="body"/>
          </p:nvPr>
        </p:nvSpPr>
        <p:spPr>
          <a:xfrm>
            <a:off x="907200" y="3928440"/>
            <a:ext cx="20952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9" name="Google Shape;329;p31"/>
          <p:cNvSpPr txBox="1"/>
          <p:nvPr>
            <p:ph idx="3" type="subTitle"/>
          </p:nvPr>
        </p:nvSpPr>
        <p:spPr>
          <a:xfrm>
            <a:off x="907200" y="3463551"/>
            <a:ext cx="20952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0" name="Google Shape;330;p31"/>
          <p:cNvSpPr/>
          <p:nvPr>
            <p:ph idx="4" type="pic"/>
          </p:nvPr>
        </p:nvSpPr>
        <p:spPr>
          <a:xfrm>
            <a:off x="3132000" y="856800"/>
            <a:ext cx="2174400" cy="2368800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31"/>
          <p:cNvSpPr/>
          <p:nvPr/>
        </p:nvSpPr>
        <p:spPr>
          <a:xfrm>
            <a:off x="3132000" y="3225600"/>
            <a:ext cx="2174400" cy="150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1"/>
          <p:cNvSpPr txBox="1"/>
          <p:nvPr>
            <p:ph idx="5" type="body"/>
          </p:nvPr>
        </p:nvSpPr>
        <p:spPr>
          <a:xfrm>
            <a:off x="3171600" y="3928440"/>
            <a:ext cx="20952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3" name="Google Shape;333;p31"/>
          <p:cNvSpPr txBox="1"/>
          <p:nvPr>
            <p:ph idx="6" type="subTitle"/>
          </p:nvPr>
        </p:nvSpPr>
        <p:spPr>
          <a:xfrm>
            <a:off x="3171600" y="3463551"/>
            <a:ext cx="20952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4" name="Google Shape;334;p31"/>
          <p:cNvSpPr txBox="1"/>
          <p:nvPr>
            <p:ph type="ctrTitle"/>
          </p:nvPr>
        </p:nvSpPr>
        <p:spPr>
          <a:xfrm>
            <a:off x="5624600" y="856800"/>
            <a:ext cx="31674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eam Members slide - v3">
  <p:cSld name="CUSTOM_16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2"/>
          <p:cNvSpPr/>
          <p:nvPr/>
        </p:nvSpPr>
        <p:spPr>
          <a:xfrm>
            <a:off x="5487700" y="150"/>
            <a:ext cx="36561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37" name="Google Shape;337;p32"/>
          <p:cNvSpPr/>
          <p:nvPr/>
        </p:nvSpPr>
        <p:spPr>
          <a:xfrm>
            <a:off x="4058500" y="994100"/>
            <a:ext cx="4562100" cy="142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2"/>
          <p:cNvSpPr txBox="1"/>
          <p:nvPr>
            <p:ph idx="1" type="body"/>
          </p:nvPr>
        </p:nvSpPr>
        <p:spPr>
          <a:xfrm>
            <a:off x="5639400" y="1724725"/>
            <a:ext cx="27429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9" name="Google Shape;339;p32"/>
          <p:cNvSpPr txBox="1"/>
          <p:nvPr>
            <p:ph idx="2" type="subTitle"/>
          </p:nvPr>
        </p:nvSpPr>
        <p:spPr>
          <a:xfrm>
            <a:off x="5639400" y="1256725"/>
            <a:ext cx="27429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0" name="Google Shape;340;p32"/>
          <p:cNvSpPr txBox="1"/>
          <p:nvPr>
            <p:ph type="ctrTitle"/>
          </p:nvPr>
        </p:nvSpPr>
        <p:spPr>
          <a:xfrm>
            <a:off x="395850" y="1058400"/>
            <a:ext cx="31449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41" name="Google Shape;341;p32"/>
          <p:cNvSpPr/>
          <p:nvPr>
            <p:ph idx="3" type="pic"/>
          </p:nvPr>
        </p:nvSpPr>
        <p:spPr>
          <a:xfrm>
            <a:off x="4058500" y="994100"/>
            <a:ext cx="1429200" cy="14292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32"/>
          <p:cNvSpPr/>
          <p:nvPr/>
        </p:nvSpPr>
        <p:spPr>
          <a:xfrm>
            <a:off x="4058500" y="2720200"/>
            <a:ext cx="4562100" cy="142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2"/>
          <p:cNvSpPr txBox="1"/>
          <p:nvPr>
            <p:ph idx="4" type="body"/>
          </p:nvPr>
        </p:nvSpPr>
        <p:spPr>
          <a:xfrm>
            <a:off x="5639400" y="3450825"/>
            <a:ext cx="27429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4" name="Google Shape;344;p32"/>
          <p:cNvSpPr txBox="1"/>
          <p:nvPr>
            <p:ph idx="5" type="subTitle"/>
          </p:nvPr>
        </p:nvSpPr>
        <p:spPr>
          <a:xfrm>
            <a:off x="5639400" y="2982825"/>
            <a:ext cx="27429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5" name="Google Shape;345;p32"/>
          <p:cNvSpPr/>
          <p:nvPr>
            <p:ph idx="6" type="pic"/>
          </p:nvPr>
        </p:nvSpPr>
        <p:spPr>
          <a:xfrm>
            <a:off x="4058500" y="2720200"/>
            <a:ext cx="1429200" cy="1429200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32"/>
          <p:cNvSpPr/>
          <p:nvPr/>
        </p:nvSpPr>
        <p:spPr>
          <a:xfrm rot="10800000">
            <a:off x="3287201" y="3727337"/>
            <a:ext cx="771300" cy="76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2"/>
          <p:cNvSpPr/>
          <p:nvPr/>
        </p:nvSpPr>
        <p:spPr>
          <a:xfrm rot="10800000">
            <a:off x="2880696" y="4494725"/>
            <a:ext cx="406500" cy="405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2"/>
          <p:cNvSpPr/>
          <p:nvPr/>
        </p:nvSpPr>
        <p:spPr>
          <a:xfrm rot="10800000">
            <a:off x="2500600" y="4149400"/>
            <a:ext cx="380100" cy="37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eam Members slide - v1">
  <p:cSld name="CUSTOM_17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3"/>
          <p:cNvSpPr/>
          <p:nvPr/>
        </p:nvSpPr>
        <p:spPr>
          <a:xfrm>
            <a:off x="2675250" y="1409425"/>
            <a:ext cx="1796100" cy="3164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3"/>
          <p:cNvSpPr/>
          <p:nvPr/>
        </p:nvSpPr>
        <p:spPr>
          <a:xfrm>
            <a:off x="2675250" y="4499375"/>
            <a:ext cx="1796100" cy="741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3"/>
          <p:cNvSpPr/>
          <p:nvPr/>
        </p:nvSpPr>
        <p:spPr>
          <a:xfrm>
            <a:off x="4799025" y="1409425"/>
            <a:ext cx="1796100" cy="3164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3"/>
          <p:cNvSpPr/>
          <p:nvPr/>
        </p:nvSpPr>
        <p:spPr>
          <a:xfrm>
            <a:off x="4799025" y="4499375"/>
            <a:ext cx="1796100" cy="741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3"/>
          <p:cNvSpPr/>
          <p:nvPr/>
        </p:nvSpPr>
        <p:spPr>
          <a:xfrm>
            <a:off x="6922800" y="1409425"/>
            <a:ext cx="1796100" cy="3164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3"/>
          <p:cNvSpPr/>
          <p:nvPr/>
        </p:nvSpPr>
        <p:spPr>
          <a:xfrm>
            <a:off x="6922800" y="4499375"/>
            <a:ext cx="1796100" cy="741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3"/>
          <p:cNvSpPr/>
          <p:nvPr>
            <p:ph idx="2" type="pic"/>
          </p:nvPr>
        </p:nvSpPr>
        <p:spPr>
          <a:xfrm>
            <a:off x="2818375" y="1575500"/>
            <a:ext cx="1508400" cy="1508400"/>
          </a:xfrm>
          <a:prstGeom prst="rect">
            <a:avLst/>
          </a:prstGeom>
          <a:noFill/>
          <a:ln>
            <a:noFill/>
          </a:ln>
        </p:spPr>
      </p:sp>
      <p:sp>
        <p:nvSpPr>
          <p:cNvPr id="357" name="Google Shape;357;p33"/>
          <p:cNvSpPr txBox="1"/>
          <p:nvPr>
            <p:ph idx="1" type="body"/>
          </p:nvPr>
        </p:nvSpPr>
        <p:spPr>
          <a:xfrm>
            <a:off x="2818375" y="3749900"/>
            <a:ext cx="1508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58" name="Google Shape;358;p33"/>
          <p:cNvSpPr txBox="1"/>
          <p:nvPr>
            <p:ph idx="3" type="subTitle"/>
          </p:nvPr>
        </p:nvSpPr>
        <p:spPr>
          <a:xfrm>
            <a:off x="2818375" y="3209900"/>
            <a:ext cx="1508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33"/>
          <p:cNvSpPr/>
          <p:nvPr>
            <p:ph idx="4" type="pic"/>
          </p:nvPr>
        </p:nvSpPr>
        <p:spPr>
          <a:xfrm>
            <a:off x="4942250" y="1575500"/>
            <a:ext cx="1508400" cy="1508400"/>
          </a:xfrm>
          <a:prstGeom prst="rect">
            <a:avLst/>
          </a:prstGeom>
          <a:noFill/>
          <a:ln>
            <a:noFill/>
          </a:ln>
        </p:spPr>
      </p:sp>
      <p:sp>
        <p:nvSpPr>
          <p:cNvPr id="360" name="Google Shape;360;p33"/>
          <p:cNvSpPr txBox="1"/>
          <p:nvPr>
            <p:ph idx="5" type="body"/>
          </p:nvPr>
        </p:nvSpPr>
        <p:spPr>
          <a:xfrm>
            <a:off x="4942250" y="3749900"/>
            <a:ext cx="1508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61" name="Google Shape;361;p33"/>
          <p:cNvSpPr txBox="1"/>
          <p:nvPr>
            <p:ph idx="6" type="subTitle"/>
          </p:nvPr>
        </p:nvSpPr>
        <p:spPr>
          <a:xfrm>
            <a:off x="4942250" y="3209900"/>
            <a:ext cx="1508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2" name="Google Shape;362;p33"/>
          <p:cNvSpPr/>
          <p:nvPr>
            <p:ph idx="7" type="pic"/>
          </p:nvPr>
        </p:nvSpPr>
        <p:spPr>
          <a:xfrm>
            <a:off x="7066125" y="1575500"/>
            <a:ext cx="1508400" cy="1508400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33"/>
          <p:cNvSpPr txBox="1"/>
          <p:nvPr>
            <p:ph idx="8" type="body"/>
          </p:nvPr>
        </p:nvSpPr>
        <p:spPr>
          <a:xfrm>
            <a:off x="7066125" y="3749900"/>
            <a:ext cx="1508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64" name="Google Shape;364;p33"/>
          <p:cNvSpPr txBox="1"/>
          <p:nvPr>
            <p:ph idx="9" type="subTitle"/>
          </p:nvPr>
        </p:nvSpPr>
        <p:spPr>
          <a:xfrm>
            <a:off x="7066125" y="3209900"/>
            <a:ext cx="1508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5" name="Google Shape;365;p33"/>
          <p:cNvSpPr txBox="1"/>
          <p:nvPr>
            <p:ph type="ctrTitle"/>
          </p:nvPr>
        </p:nvSpPr>
        <p:spPr>
          <a:xfrm>
            <a:off x="2675250" y="360000"/>
            <a:ext cx="60438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66" name="Google Shape;366;p33"/>
          <p:cNvSpPr/>
          <p:nvPr/>
        </p:nvSpPr>
        <p:spPr>
          <a:xfrm>
            <a:off x="0" y="1409350"/>
            <a:ext cx="2347500" cy="3164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eam Members  slide - v2">
  <p:cSld name="CUSTOM_18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4"/>
          <p:cNvSpPr/>
          <p:nvPr/>
        </p:nvSpPr>
        <p:spPr>
          <a:xfrm>
            <a:off x="4928150" y="-25"/>
            <a:ext cx="17763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69" name="Google Shape;369;p34"/>
          <p:cNvSpPr/>
          <p:nvPr/>
        </p:nvSpPr>
        <p:spPr>
          <a:xfrm>
            <a:off x="2848525" y="1103550"/>
            <a:ext cx="1796100" cy="311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4"/>
          <p:cNvSpPr/>
          <p:nvPr/>
        </p:nvSpPr>
        <p:spPr>
          <a:xfrm>
            <a:off x="4908200" y="1103550"/>
            <a:ext cx="1796100" cy="311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4"/>
          <p:cNvSpPr/>
          <p:nvPr/>
        </p:nvSpPr>
        <p:spPr>
          <a:xfrm>
            <a:off x="6967875" y="1103550"/>
            <a:ext cx="1796100" cy="311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4"/>
          <p:cNvSpPr/>
          <p:nvPr>
            <p:ph idx="2" type="pic"/>
          </p:nvPr>
        </p:nvSpPr>
        <p:spPr>
          <a:xfrm>
            <a:off x="2991600" y="1270800"/>
            <a:ext cx="1508400" cy="15084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34"/>
          <p:cNvSpPr/>
          <p:nvPr>
            <p:ph idx="3" type="pic"/>
          </p:nvPr>
        </p:nvSpPr>
        <p:spPr>
          <a:xfrm>
            <a:off x="5054400" y="1270800"/>
            <a:ext cx="1508400" cy="15084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34"/>
          <p:cNvSpPr/>
          <p:nvPr>
            <p:ph idx="4" type="pic"/>
          </p:nvPr>
        </p:nvSpPr>
        <p:spPr>
          <a:xfrm>
            <a:off x="7113600" y="1270800"/>
            <a:ext cx="1508400" cy="15084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34"/>
          <p:cNvSpPr txBox="1"/>
          <p:nvPr>
            <p:ph idx="1" type="body"/>
          </p:nvPr>
        </p:nvSpPr>
        <p:spPr>
          <a:xfrm>
            <a:off x="2991600" y="3435275"/>
            <a:ext cx="1508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6" name="Google Shape;376;p34"/>
          <p:cNvSpPr txBox="1"/>
          <p:nvPr>
            <p:ph idx="5" type="subTitle"/>
          </p:nvPr>
        </p:nvSpPr>
        <p:spPr>
          <a:xfrm>
            <a:off x="2991600" y="2895275"/>
            <a:ext cx="1508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7" name="Google Shape;377;p34"/>
          <p:cNvSpPr txBox="1"/>
          <p:nvPr>
            <p:ph idx="6" type="body"/>
          </p:nvPr>
        </p:nvSpPr>
        <p:spPr>
          <a:xfrm>
            <a:off x="7113600" y="3435275"/>
            <a:ext cx="1508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8" name="Google Shape;378;p34"/>
          <p:cNvSpPr txBox="1"/>
          <p:nvPr>
            <p:ph idx="7" type="subTitle"/>
          </p:nvPr>
        </p:nvSpPr>
        <p:spPr>
          <a:xfrm>
            <a:off x="7113600" y="2895275"/>
            <a:ext cx="1508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9" name="Google Shape;379;p34"/>
          <p:cNvSpPr txBox="1"/>
          <p:nvPr>
            <p:ph idx="8" type="body"/>
          </p:nvPr>
        </p:nvSpPr>
        <p:spPr>
          <a:xfrm>
            <a:off x="5054400" y="3435275"/>
            <a:ext cx="1508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0" name="Google Shape;380;p34"/>
          <p:cNvSpPr txBox="1"/>
          <p:nvPr>
            <p:ph idx="9" type="subTitle"/>
          </p:nvPr>
        </p:nvSpPr>
        <p:spPr>
          <a:xfrm>
            <a:off x="5054400" y="2895275"/>
            <a:ext cx="1508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1" name="Google Shape;381;p34"/>
          <p:cNvSpPr txBox="1"/>
          <p:nvPr>
            <p:ph type="ctrTitle"/>
          </p:nvPr>
        </p:nvSpPr>
        <p:spPr>
          <a:xfrm>
            <a:off x="307200" y="1103550"/>
            <a:ext cx="22779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eam Members  slide - v3">
  <p:cSld name="CUSTOM_19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5"/>
          <p:cNvSpPr/>
          <p:nvPr/>
        </p:nvSpPr>
        <p:spPr>
          <a:xfrm>
            <a:off x="-1350" y="2396925"/>
            <a:ext cx="9144000" cy="274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5"/>
          <p:cNvSpPr txBox="1"/>
          <p:nvPr>
            <p:ph idx="1" type="body"/>
          </p:nvPr>
        </p:nvSpPr>
        <p:spPr>
          <a:xfrm>
            <a:off x="1098000" y="3825475"/>
            <a:ext cx="19404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5" name="Google Shape;385;p35"/>
          <p:cNvSpPr txBox="1"/>
          <p:nvPr>
            <p:ph idx="2" type="subTitle"/>
          </p:nvPr>
        </p:nvSpPr>
        <p:spPr>
          <a:xfrm>
            <a:off x="1098000" y="3289075"/>
            <a:ext cx="19404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6" name="Google Shape;386;p35"/>
          <p:cNvSpPr txBox="1"/>
          <p:nvPr>
            <p:ph idx="3" type="body"/>
          </p:nvPr>
        </p:nvSpPr>
        <p:spPr>
          <a:xfrm>
            <a:off x="3600000" y="3825475"/>
            <a:ext cx="19404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7" name="Google Shape;387;p35"/>
          <p:cNvSpPr txBox="1"/>
          <p:nvPr>
            <p:ph idx="4" type="subTitle"/>
          </p:nvPr>
        </p:nvSpPr>
        <p:spPr>
          <a:xfrm>
            <a:off x="3600000" y="3289075"/>
            <a:ext cx="19404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8" name="Google Shape;388;p35"/>
          <p:cNvSpPr txBox="1"/>
          <p:nvPr>
            <p:ph idx="5" type="body"/>
          </p:nvPr>
        </p:nvSpPr>
        <p:spPr>
          <a:xfrm>
            <a:off x="6105600" y="3825475"/>
            <a:ext cx="19404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9" name="Google Shape;389;p35"/>
          <p:cNvSpPr txBox="1"/>
          <p:nvPr>
            <p:ph idx="6" type="subTitle"/>
          </p:nvPr>
        </p:nvSpPr>
        <p:spPr>
          <a:xfrm>
            <a:off x="6105600" y="3289075"/>
            <a:ext cx="19404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0" name="Google Shape;390;p35"/>
          <p:cNvSpPr txBox="1"/>
          <p:nvPr>
            <p:ph type="ctrTitle"/>
          </p:nvPr>
        </p:nvSpPr>
        <p:spPr>
          <a:xfrm>
            <a:off x="882000" y="435600"/>
            <a:ext cx="73584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91" name="Google Shape;391;p35"/>
          <p:cNvSpPr/>
          <p:nvPr>
            <p:ph idx="7" type="pic"/>
          </p:nvPr>
        </p:nvSpPr>
        <p:spPr>
          <a:xfrm>
            <a:off x="1318650" y="1579650"/>
            <a:ext cx="1499100" cy="14991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35"/>
          <p:cNvSpPr/>
          <p:nvPr>
            <p:ph idx="8" type="pic"/>
          </p:nvPr>
        </p:nvSpPr>
        <p:spPr>
          <a:xfrm>
            <a:off x="3822450" y="1579650"/>
            <a:ext cx="1499100" cy="14991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35"/>
          <p:cNvSpPr/>
          <p:nvPr>
            <p:ph idx="9" type="pic"/>
          </p:nvPr>
        </p:nvSpPr>
        <p:spPr>
          <a:xfrm>
            <a:off x="6326250" y="1579650"/>
            <a:ext cx="1499100" cy="14991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35"/>
          <p:cNvSpPr/>
          <p:nvPr/>
        </p:nvSpPr>
        <p:spPr>
          <a:xfrm>
            <a:off x="2959200" y="2254050"/>
            <a:ext cx="721800" cy="15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95" name="Google Shape;395;p35"/>
          <p:cNvSpPr/>
          <p:nvPr/>
        </p:nvSpPr>
        <p:spPr>
          <a:xfrm>
            <a:off x="5463000" y="2254050"/>
            <a:ext cx="721800" cy="15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Team Members  slide - v1">
  <p:cSld name="CUSTOM_20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6"/>
          <p:cNvSpPr/>
          <p:nvPr>
            <p:ph idx="2" type="pic"/>
          </p:nvPr>
        </p:nvSpPr>
        <p:spPr>
          <a:xfrm>
            <a:off x="392400" y="1482488"/>
            <a:ext cx="1947600" cy="17064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36"/>
          <p:cNvSpPr txBox="1"/>
          <p:nvPr>
            <p:ph idx="1" type="body"/>
          </p:nvPr>
        </p:nvSpPr>
        <p:spPr>
          <a:xfrm>
            <a:off x="399600" y="3873158"/>
            <a:ext cx="19476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9" name="Google Shape;399;p36"/>
          <p:cNvSpPr txBox="1"/>
          <p:nvPr>
            <p:ph idx="3" type="subTitle"/>
          </p:nvPr>
        </p:nvSpPr>
        <p:spPr>
          <a:xfrm>
            <a:off x="399600" y="3328138"/>
            <a:ext cx="19476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36"/>
          <p:cNvSpPr/>
          <p:nvPr/>
        </p:nvSpPr>
        <p:spPr>
          <a:xfrm>
            <a:off x="393500" y="4687850"/>
            <a:ext cx="1946100" cy="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6"/>
          <p:cNvSpPr/>
          <p:nvPr>
            <p:ph idx="4" type="pic"/>
          </p:nvPr>
        </p:nvSpPr>
        <p:spPr>
          <a:xfrm>
            <a:off x="2527200" y="1482488"/>
            <a:ext cx="1947600" cy="1706400"/>
          </a:xfrm>
          <a:prstGeom prst="rect">
            <a:avLst/>
          </a:prstGeom>
          <a:noFill/>
          <a:ln>
            <a:noFill/>
          </a:ln>
        </p:spPr>
      </p:sp>
      <p:sp>
        <p:nvSpPr>
          <p:cNvPr id="402" name="Google Shape;402;p36"/>
          <p:cNvSpPr txBox="1"/>
          <p:nvPr>
            <p:ph idx="5" type="body"/>
          </p:nvPr>
        </p:nvSpPr>
        <p:spPr>
          <a:xfrm>
            <a:off x="2534400" y="3873158"/>
            <a:ext cx="19476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03" name="Google Shape;403;p36"/>
          <p:cNvSpPr txBox="1"/>
          <p:nvPr>
            <p:ph idx="6" type="subTitle"/>
          </p:nvPr>
        </p:nvSpPr>
        <p:spPr>
          <a:xfrm>
            <a:off x="2534400" y="3328138"/>
            <a:ext cx="19476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36"/>
          <p:cNvSpPr/>
          <p:nvPr/>
        </p:nvSpPr>
        <p:spPr>
          <a:xfrm>
            <a:off x="2528300" y="4687850"/>
            <a:ext cx="1946100" cy="88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6"/>
          <p:cNvSpPr/>
          <p:nvPr>
            <p:ph idx="7" type="pic"/>
          </p:nvPr>
        </p:nvSpPr>
        <p:spPr>
          <a:xfrm>
            <a:off x="4658400" y="1482488"/>
            <a:ext cx="1947600" cy="17064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36"/>
          <p:cNvSpPr txBox="1"/>
          <p:nvPr>
            <p:ph idx="8" type="body"/>
          </p:nvPr>
        </p:nvSpPr>
        <p:spPr>
          <a:xfrm>
            <a:off x="4665600" y="3873158"/>
            <a:ext cx="19476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07" name="Google Shape;407;p36"/>
          <p:cNvSpPr txBox="1"/>
          <p:nvPr>
            <p:ph idx="9" type="subTitle"/>
          </p:nvPr>
        </p:nvSpPr>
        <p:spPr>
          <a:xfrm>
            <a:off x="4665600" y="3328138"/>
            <a:ext cx="19476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8" name="Google Shape;408;p36"/>
          <p:cNvSpPr/>
          <p:nvPr/>
        </p:nvSpPr>
        <p:spPr>
          <a:xfrm>
            <a:off x="4659500" y="4687850"/>
            <a:ext cx="1946100" cy="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6"/>
          <p:cNvSpPr/>
          <p:nvPr>
            <p:ph idx="13" type="pic"/>
          </p:nvPr>
        </p:nvSpPr>
        <p:spPr>
          <a:xfrm>
            <a:off x="6789600" y="1482488"/>
            <a:ext cx="1947600" cy="1706400"/>
          </a:xfrm>
          <a:prstGeom prst="rect">
            <a:avLst/>
          </a:prstGeom>
          <a:noFill/>
          <a:ln>
            <a:noFill/>
          </a:ln>
        </p:spPr>
      </p:sp>
      <p:sp>
        <p:nvSpPr>
          <p:cNvPr id="410" name="Google Shape;410;p36"/>
          <p:cNvSpPr txBox="1"/>
          <p:nvPr>
            <p:ph idx="14" type="body"/>
          </p:nvPr>
        </p:nvSpPr>
        <p:spPr>
          <a:xfrm>
            <a:off x="6796800" y="3873158"/>
            <a:ext cx="19476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1" name="Google Shape;411;p36"/>
          <p:cNvSpPr txBox="1"/>
          <p:nvPr>
            <p:ph idx="15" type="subTitle"/>
          </p:nvPr>
        </p:nvSpPr>
        <p:spPr>
          <a:xfrm>
            <a:off x="6796800" y="3328138"/>
            <a:ext cx="19476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2" name="Google Shape;412;p36"/>
          <p:cNvSpPr/>
          <p:nvPr/>
        </p:nvSpPr>
        <p:spPr>
          <a:xfrm>
            <a:off x="6790700" y="4687850"/>
            <a:ext cx="1946100" cy="88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6"/>
          <p:cNvSpPr txBox="1"/>
          <p:nvPr>
            <p:ph type="ctrTitle"/>
          </p:nvPr>
        </p:nvSpPr>
        <p:spPr>
          <a:xfrm>
            <a:off x="399600" y="470675"/>
            <a:ext cx="73584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14" name="Google Shape;414;p36"/>
          <p:cNvSpPr/>
          <p:nvPr/>
        </p:nvSpPr>
        <p:spPr>
          <a:xfrm rot="10800000">
            <a:off x="7994600" y="-9467"/>
            <a:ext cx="742200" cy="73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87950" lIns="87950" spcFirstLastPara="1" rIns="87950" wrap="square" tIns="87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6"/>
          <p:cNvSpPr/>
          <p:nvPr/>
        </p:nvSpPr>
        <p:spPr>
          <a:xfrm rot="10800000">
            <a:off x="7603760" y="728637"/>
            <a:ext cx="391200" cy="389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87950" lIns="87950" spcFirstLastPara="1" rIns="87950" wrap="square" tIns="87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36"/>
          <p:cNvSpPr/>
          <p:nvPr/>
        </p:nvSpPr>
        <p:spPr>
          <a:xfrm rot="10800000">
            <a:off x="7995010" y="1118300"/>
            <a:ext cx="3657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87950" lIns="87950" spcFirstLastPara="1" rIns="87950" wrap="square" tIns="87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Team Members  slide - v2">
  <p:cSld name="CUSTOM_21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7"/>
          <p:cNvSpPr/>
          <p:nvPr/>
        </p:nvSpPr>
        <p:spPr>
          <a:xfrm>
            <a:off x="-20700" y="1811825"/>
            <a:ext cx="9164700" cy="2563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419" name="Google Shape;419;p37"/>
          <p:cNvSpPr/>
          <p:nvPr/>
        </p:nvSpPr>
        <p:spPr>
          <a:xfrm>
            <a:off x="1177775" y="1814700"/>
            <a:ext cx="3158100" cy="1034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7"/>
          <p:cNvSpPr txBox="1"/>
          <p:nvPr>
            <p:ph idx="1" type="body"/>
          </p:nvPr>
        </p:nvSpPr>
        <p:spPr>
          <a:xfrm>
            <a:off x="1838825" y="2373275"/>
            <a:ext cx="23880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1" name="Google Shape;421;p37"/>
          <p:cNvSpPr txBox="1"/>
          <p:nvPr>
            <p:ph idx="2" type="subTitle"/>
          </p:nvPr>
        </p:nvSpPr>
        <p:spPr>
          <a:xfrm>
            <a:off x="1838825" y="1883675"/>
            <a:ext cx="23880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2" name="Google Shape;422;p37"/>
          <p:cNvSpPr txBox="1"/>
          <p:nvPr>
            <p:ph type="ctrTitle"/>
          </p:nvPr>
        </p:nvSpPr>
        <p:spPr>
          <a:xfrm>
            <a:off x="892800" y="559425"/>
            <a:ext cx="73584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23" name="Google Shape;423;p37"/>
          <p:cNvSpPr/>
          <p:nvPr>
            <p:ph idx="3" type="pic"/>
          </p:nvPr>
        </p:nvSpPr>
        <p:spPr>
          <a:xfrm>
            <a:off x="631550" y="1822175"/>
            <a:ext cx="1034400" cy="10344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37"/>
          <p:cNvSpPr/>
          <p:nvPr/>
        </p:nvSpPr>
        <p:spPr>
          <a:xfrm>
            <a:off x="1177775" y="3333725"/>
            <a:ext cx="3158100" cy="1034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7"/>
          <p:cNvSpPr txBox="1"/>
          <p:nvPr>
            <p:ph idx="4" type="body"/>
          </p:nvPr>
        </p:nvSpPr>
        <p:spPr>
          <a:xfrm>
            <a:off x="1838825" y="3892300"/>
            <a:ext cx="23880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6" name="Google Shape;426;p37"/>
          <p:cNvSpPr txBox="1"/>
          <p:nvPr>
            <p:ph idx="5" type="subTitle"/>
          </p:nvPr>
        </p:nvSpPr>
        <p:spPr>
          <a:xfrm>
            <a:off x="1838825" y="3402700"/>
            <a:ext cx="23880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7" name="Google Shape;427;p37"/>
          <p:cNvSpPr/>
          <p:nvPr>
            <p:ph idx="6" type="pic"/>
          </p:nvPr>
        </p:nvSpPr>
        <p:spPr>
          <a:xfrm>
            <a:off x="631550" y="3341200"/>
            <a:ext cx="1034400" cy="10344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37"/>
          <p:cNvSpPr/>
          <p:nvPr/>
        </p:nvSpPr>
        <p:spPr>
          <a:xfrm>
            <a:off x="5388650" y="1814700"/>
            <a:ext cx="3158100" cy="1034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7"/>
          <p:cNvSpPr txBox="1"/>
          <p:nvPr>
            <p:ph idx="7" type="body"/>
          </p:nvPr>
        </p:nvSpPr>
        <p:spPr>
          <a:xfrm>
            <a:off x="6049700" y="2373275"/>
            <a:ext cx="23880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0" name="Google Shape;430;p37"/>
          <p:cNvSpPr txBox="1"/>
          <p:nvPr>
            <p:ph idx="8" type="subTitle"/>
          </p:nvPr>
        </p:nvSpPr>
        <p:spPr>
          <a:xfrm>
            <a:off x="6049700" y="1883675"/>
            <a:ext cx="23880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1" name="Google Shape;431;p37"/>
          <p:cNvSpPr/>
          <p:nvPr>
            <p:ph idx="9" type="pic"/>
          </p:nvPr>
        </p:nvSpPr>
        <p:spPr>
          <a:xfrm>
            <a:off x="4842425" y="1822175"/>
            <a:ext cx="1034400" cy="10344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7"/>
          <p:cNvSpPr/>
          <p:nvPr/>
        </p:nvSpPr>
        <p:spPr>
          <a:xfrm>
            <a:off x="5388650" y="3333725"/>
            <a:ext cx="3158100" cy="1034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7"/>
          <p:cNvSpPr txBox="1"/>
          <p:nvPr>
            <p:ph idx="13" type="body"/>
          </p:nvPr>
        </p:nvSpPr>
        <p:spPr>
          <a:xfrm>
            <a:off x="6049700" y="3892300"/>
            <a:ext cx="23880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4" name="Google Shape;434;p37"/>
          <p:cNvSpPr txBox="1"/>
          <p:nvPr>
            <p:ph idx="14" type="subTitle"/>
          </p:nvPr>
        </p:nvSpPr>
        <p:spPr>
          <a:xfrm>
            <a:off x="6049700" y="3402700"/>
            <a:ext cx="23880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5" name="Google Shape;435;p37"/>
          <p:cNvSpPr/>
          <p:nvPr>
            <p:ph idx="15" type="pic"/>
          </p:nvPr>
        </p:nvSpPr>
        <p:spPr>
          <a:xfrm>
            <a:off x="4842425" y="3341200"/>
            <a:ext cx="1034400" cy="10344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37"/>
          <p:cNvSpPr/>
          <p:nvPr/>
        </p:nvSpPr>
        <p:spPr>
          <a:xfrm>
            <a:off x="0" y="152089"/>
            <a:ext cx="717000" cy="713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7"/>
          <p:cNvSpPr/>
          <p:nvPr/>
        </p:nvSpPr>
        <p:spPr>
          <a:xfrm rot="10800000">
            <a:off x="717050" y="-11"/>
            <a:ext cx="152400" cy="152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Team Members  slide - v3">
  <p:cSld name="CUSTOM_22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8"/>
          <p:cNvSpPr/>
          <p:nvPr/>
        </p:nvSpPr>
        <p:spPr>
          <a:xfrm>
            <a:off x="6150" y="-15975"/>
            <a:ext cx="9144000" cy="269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38"/>
          <p:cNvSpPr/>
          <p:nvPr>
            <p:ph idx="2" type="pic"/>
          </p:nvPr>
        </p:nvSpPr>
        <p:spPr>
          <a:xfrm>
            <a:off x="381600" y="1173600"/>
            <a:ext cx="2012400" cy="25092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38"/>
          <p:cNvSpPr/>
          <p:nvPr/>
        </p:nvSpPr>
        <p:spPr>
          <a:xfrm>
            <a:off x="380325" y="1085850"/>
            <a:ext cx="2011800" cy="8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8"/>
          <p:cNvSpPr txBox="1"/>
          <p:nvPr>
            <p:ph idx="1" type="body"/>
          </p:nvPr>
        </p:nvSpPr>
        <p:spPr>
          <a:xfrm>
            <a:off x="402300" y="4373404"/>
            <a:ext cx="20124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43" name="Google Shape;443;p38"/>
          <p:cNvSpPr txBox="1"/>
          <p:nvPr>
            <p:ph idx="3" type="subTitle"/>
          </p:nvPr>
        </p:nvSpPr>
        <p:spPr>
          <a:xfrm>
            <a:off x="402300" y="3816713"/>
            <a:ext cx="20124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4" name="Google Shape;444;p38"/>
          <p:cNvSpPr/>
          <p:nvPr>
            <p:ph idx="4" type="pic"/>
          </p:nvPr>
        </p:nvSpPr>
        <p:spPr>
          <a:xfrm>
            <a:off x="2528475" y="1174866"/>
            <a:ext cx="2012400" cy="25092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38"/>
          <p:cNvSpPr/>
          <p:nvPr/>
        </p:nvSpPr>
        <p:spPr>
          <a:xfrm>
            <a:off x="2527200" y="1087200"/>
            <a:ext cx="2011800" cy="8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8"/>
          <p:cNvSpPr txBox="1"/>
          <p:nvPr>
            <p:ph idx="5" type="body"/>
          </p:nvPr>
        </p:nvSpPr>
        <p:spPr>
          <a:xfrm>
            <a:off x="2549175" y="4374994"/>
            <a:ext cx="20124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47" name="Google Shape;447;p38"/>
          <p:cNvSpPr txBox="1"/>
          <p:nvPr>
            <p:ph idx="6" type="subTitle"/>
          </p:nvPr>
        </p:nvSpPr>
        <p:spPr>
          <a:xfrm>
            <a:off x="2549175" y="3818302"/>
            <a:ext cx="20124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8" name="Google Shape;448;p38"/>
          <p:cNvSpPr/>
          <p:nvPr>
            <p:ph idx="7" type="pic"/>
          </p:nvPr>
        </p:nvSpPr>
        <p:spPr>
          <a:xfrm>
            <a:off x="4648875" y="1174866"/>
            <a:ext cx="2012400" cy="25092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38"/>
          <p:cNvSpPr/>
          <p:nvPr/>
        </p:nvSpPr>
        <p:spPr>
          <a:xfrm>
            <a:off x="4647600" y="1087200"/>
            <a:ext cx="2011800" cy="8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8"/>
          <p:cNvSpPr txBox="1"/>
          <p:nvPr>
            <p:ph idx="8" type="body"/>
          </p:nvPr>
        </p:nvSpPr>
        <p:spPr>
          <a:xfrm>
            <a:off x="4669575" y="4374994"/>
            <a:ext cx="20124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51" name="Google Shape;451;p38"/>
          <p:cNvSpPr txBox="1"/>
          <p:nvPr>
            <p:ph idx="9" type="subTitle"/>
          </p:nvPr>
        </p:nvSpPr>
        <p:spPr>
          <a:xfrm>
            <a:off x="4669575" y="3818302"/>
            <a:ext cx="20124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2" name="Google Shape;452;p38"/>
          <p:cNvSpPr/>
          <p:nvPr>
            <p:ph idx="13" type="pic"/>
          </p:nvPr>
        </p:nvSpPr>
        <p:spPr>
          <a:xfrm>
            <a:off x="6765675" y="1174866"/>
            <a:ext cx="2012400" cy="25092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38"/>
          <p:cNvSpPr/>
          <p:nvPr/>
        </p:nvSpPr>
        <p:spPr>
          <a:xfrm>
            <a:off x="6764400" y="1087200"/>
            <a:ext cx="2011800" cy="8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8"/>
          <p:cNvSpPr txBox="1"/>
          <p:nvPr>
            <p:ph idx="14" type="body"/>
          </p:nvPr>
        </p:nvSpPr>
        <p:spPr>
          <a:xfrm>
            <a:off x="6786375" y="4374994"/>
            <a:ext cx="20124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55" name="Google Shape;455;p38"/>
          <p:cNvSpPr txBox="1"/>
          <p:nvPr>
            <p:ph idx="15" type="subTitle"/>
          </p:nvPr>
        </p:nvSpPr>
        <p:spPr>
          <a:xfrm>
            <a:off x="6786375" y="3818302"/>
            <a:ext cx="20124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6" name="Google Shape;456;p38"/>
          <p:cNvSpPr txBox="1"/>
          <p:nvPr>
            <p:ph type="ctrTitle"/>
          </p:nvPr>
        </p:nvSpPr>
        <p:spPr>
          <a:xfrm>
            <a:off x="345825" y="265275"/>
            <a:ext cx="84303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63" name="Google Shape;463;p4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64" name="Google Shape;46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7" name="Google Shape;467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0" name="Google Shape;470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1" name="Google Shape;471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4" name="Google Shape;474;p4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5" name="Google Shape;475;p4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6" name="Google Shape;476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9" name="Google Shape;479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2" name="Google Shape;482;p4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3" name="Google Shape;483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86" name="Google Shape;486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4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0" name="Google Shape;490;p4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1" name="Google Shape;491;p4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2" name="Google Shape;492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5" name="Google Shape;495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8" name="Google Shape;498;p4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9" name="Google Shape;499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38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7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sh Black"/>
              <a:buNone/>
              <a:defRPr b="0" i="0" sz="2000" u="none" cap="none" strike="noStrike">
                <a:solidFill>
                  <a:schemeClr val="dk1"/>
                </a:solidFill>
                <a:latin typeface="Mulish Black"/>
                <a:ea typeface="Mulish Black"/>
                <a:cs typeface="Mulish Black"/>
                <a:sym typeface="Mulish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sh Black"/>
              <a:buNone/>
              <a:defRPr b="0" i="0" sz="2000" u="none" cap="none" strike="noStrike">
                <a:solidFill>
                  <a:schemeClr val="dk1"/>
                </a:solidFill>
                <a:latin typeface="Mulish Black"/>
                <a:ea typeface="Mulish Black"/>
                <a:cs typeface="Mulish Black"/>
                <a:sym typeface="Mulish Blac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sh Black"/>
              <a:buNone/>
              <a:defRPr b="0" i="0" sz="2000" u="none" cap="none" strike="noStrike">
                <a:solidFill>
                  <a:schemeClr val="dk1"/>
                </a:solidFill>
                <a:latin typeface="Mulish Black"/>
                <a:ea typeface="Mulish Black"/>
                <a:cs typeface="Mulish Black"/>
                <a:sym typeface="Mulish Blac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sh Black"/>
              <a:buNone/>
              <a:defRPr b="0" i="0" sz="2000" u="none" cap="none" strike="noStrike">
                <a:solidFill>
                  <a:schemeClr val="dk1"/>
                </a:solidFill>
                <a:latin typeface="Mulish Black"/>
                <a:ea typeface="Mulish Black"/>
                <a:cs typeface="Mulish Black"/>
                <a:sym typeface="Mulish Blac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sh Black"/>
              <a:buNone/>
              <a:defRPr b="0" i="0" sz="2000" u="none" cap="none" strike="noStrike">
                <a:solidFill>
                  <a:schemeClr val="dk1"/>
                </a:solidFill>
                <a:latin typeface="Mulish Black"/>
                <a:ea typeface="Mulish Black"/>
                <a:cs typeface="Mulish Black"/>
                <a:sym typeface="Mulish Blac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sh Black"/>
              <a:buNone/>
              <a:defRPr b="0" i="0" sz="2000" u="none" cap="none" strike="noStrike">
                <a:solidFill>
                  <a:schemeClr val="dk1"/>
                </a:solidFill>
                <a:latin typeface="Mulish Black"/>
                <a:ea typeface="Mulish Black"/>
                <a:cs typeface="Mulish Black"/>
                <a:sym typeface="Mulish Blac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sh Black"/>
              <a:buNone/>
              <a:defRPr b="0" i="0" sz="2000" u="none" cap="none" strike="noStrike">
                <a:solidFill>
                  <a:schemeClr val="dk1"/>
                </a:solidFill>
                <a:latin typeface="Mulish Black"/>
                <a:ea typeface="Mulish Black"/>
                <a:cs typeface="Mulish Black"/>
                <a:sym typeface="Mulish Blac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sh Black"/>
              <a:buNone/>
              <a:defRPr b="0" i="0" sz="2000" u="none" cap="none" strike="noStrike">
                <a:solidFill>
                  <a:schemeClr val="dk1"/>
                </a:solidFill>
                <a:latin typeface="Mulish Black"/>
                <a:ea typeface="Mulish Black"/>
                <a:cs typeface="Mulish Black"/>
                <a:sym typeface="Mulish Blac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sh Black"/>
              <a:buNone/>
              <a:defRPr b="0" i="0" sz="2000" u="none" cap="none" strike="noStrike">
                <a:solidFill>
                  <a:schemeClr val="dk1"/>
                </a:solidFill>
                <a:latin typeface="Mulish Black"/>
                <a:ea typeface="Mulish Black"/>
                <a:cs typeface="Mulish Black"/>
                <a:sym typeface="Mulish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Mulish"/>
              <a:buChar char="●"/>
              <a:defRPr b="0" i="0" sz="1100" u="none" cap="none" strike="noStrike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Mulish"/>
              <a:buChar char="○"/>
              <a:defRPr b="0" i="0" sz="1100" u="none" cap="none" strike="noStrike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Mulish"/>
              <a:buChar char="■"/>
              <a:defRPr b="0" i="0" sz="1100" u="none" cap="none" strike="noStrike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Mulish"/>
              <a:buChar char="●"/>
              <a:defRPr b="0" i="0" sz="1100" u="none" cap="none" strike="noStrike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Mulish"/>
              <a:buChar char="○"/>
              <a:defRPr b="0" i="0" sz="1100" u="none" cap="none" strike="noStrike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Mulish"/>
              <a:buChar char="■"/>
              <a:defRPr b="0" i="0" sz="1100" u="none" cap="none" strike="noStrike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Mulish"/>
              <a:buChar char="●"/>
              <a:defRPr b="0" i="0" sz="1100" u="none" cap="none" strike="noStrike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Mulish"/>
              <a:buChar char="○"/>
              <a:defRPr b="0" i="0" sz="1100" u="none" cap="none" strike="noStrike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Mulish"/>
              <a:buChar char="■"/>
              <a:defRPr b="0" i="0" sz="1100" u="none" cap="none" strike="noStrike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9" name="Google Shape;459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0" name="Google Shape;46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22.jpg"/><Relationship Id="rId5" Type="http://schemas.openxmlformats.org/officeDocument/2006/relationships/image" Target="../media/image9.png"/><Relationship Id="rId6" Type="http://schemas.openxmlformats.org/officeDocument/2006/relationships/hyperlink" Target="https://docs.google.com/spreadsheets/d/1Byv_qmcLfJ2g3We94X4lMTTjEORCERC4/edit?usp=sharing&amp;ouid=106600076787284027434&amp;rtpof=true&amp;sd=true" TargetMode="External"/><Relationship Id="rId7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5.jpg"/><Relationship Id="rId5" Type="http://schemas.openxmlformats.org/officeDocument/2006/relationships/image" Target="../media/image10.png"/><Relationship Id="rId6" Type="http://schemas.openxmlformats.org/officeDocument/2006/relationships/hyperlink" Target="https://docs.google.com/spreadsheets/d/1Byv_qmcLfJ2g3We94X4lMTTjEORCERC4/edit?usp=sharing&amp;ouid=106600076787284027434&amp;rtpof=true&amp;sd=true" TargetMode="External"/><Relationship Id="rId7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12.jp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google.com/spreadsheets/d/1Byv_qmcLfJ2g3We94X4lMTTjEORCERC4/edit?usp=sharing&amp;ouid=106600076787284027434&amp;rtpof=true&amp;sd=true" TargetMode="External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jpg"/><Relationship Id="rId4" Type="http://schemas.openxmlformats.org/officeDocument/2006/relationships/hyperlink" Target="https://docs.google.com/spreadsheets/d/1Byv_qmcLfJ2g3We94X4lMTTjEORCERC4/edit?usp=sharing&amp;ouid=106600076787284027434&amp;rtpof=true&amp;sd=true" TargetMode="External"/><Relationship Id="rId5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jpg"/><Relationship Id="rId4" Type="http://schemas.openxmlformats.org/officeDocument/2006/relationships/image" Target="../media/image23.png"/><Relationship Id="rId9" Type="http://schemas.openxmlformats.org/officeDocument/2006/relationships/image" Target="../media/image21.png"/><Relationship Id="rId5" Type="http://schemas.openxmlformats.org/officeDocument/2006/relationships/image" Target="../media/image25.png"/><Relationship Id="rId6" Type="http://schemas.openxmlformats.org/officeDocument/2006/relationships/image" Target="../media/image15.png"/><Relationship Id="rId7" Type="http://schemas.openxmlformats.org/officeDocument/2006/relationships/image" Target="../media/image24.png"/><Relationship Id="rId8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1"/>
          <p:cNvSpPr txBox="1"/>
          <p:nvPr>
            <p:ph type="title"/>
          </p:nvPr>
        </p:nvSpPr>
        <p:spPr>
          <a:xfrm>
            <a:off x="356650" y="355350"/>
            <a:ext cx="83712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Коріння</a:t>
            </a:r>
            <a:endParaRPr/>
          </a:p>
        </p:txBody>
      </p:sp>
      <p:sp>
        <p:nvSpPr>
          <p:cNvPr id="507" name="Google Shape;507;p51"/>
          <p:cNvSpPr txBox="1"/>
          <p:nvPr>
            <p:ph idx="1" type="body"/>
          </p:nvPr>
        </p:nvSpPr>
        <p:spPr>
          <a:xfrm>
            <a:off x="356650" y="4129749"/>
            <a:ext cx="8371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"/>
              <a:t>Онлайн-маркетплейс, що об’єднує українських фермерів із міськими споживачами.</a:t>
            </a:r>
            <a:endParaRPr/>
          </a:p>
        </p:txBody>
      </p:sp>
      <p:pic>
        <p:nvPicPr>
          <p:cNvPr id="508" name="Google Shape;508;p51" title="Gemini_Generated_Image_m2gks3m2gks3m2g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0025" y="1119450"/>
            <a:ext cx="2864454" cy="285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2"/>
          <p:cNvSpPr txBox="1"/>
          <p:nvPr>
            <p:ph type="title"/>
          </p:nvPr>
        </p:nvSpPr>
        <p:spPr>
          <a:xfrm>
            <a:off x="285550" y="367825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Проблема</a:t>
            </a:r>
            <a:endParaRPr/>
          </a:p>
        </p:txBody>
      </p:sp>
      <p:sp>
        <p:nvSpPr>
          <p:cNvPr id="514" name="Google Shape;514;p52"/>
          <p:cNvSpPr txBox="1"/>
          <p:nvPr>
            <p:ph idx="1" type="body"/>
          </p:nvPr>
        </p:nvSpPr>
        <p:spPr>
          <a:xfrm>
            <a:off x="389550" y="915025"/>
            <a:ext cx="39282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 Для покупців:  </a:t>
            </a:r>
            <a:r>
              <a:rPr i="1" lang="en" sz="900">
                <a:solidFill>
                  <a:schemeClr val="accent6"/>
                </a:solidFill>
              </a:rPr>
              <a:t>(за результатами опитування 10 респондентів)</a:t>
            </a:r>
            <a:endParaRPr>
              <a:solidFill>
                <a:schemeClr val="accent6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Недовіра до якості продуктів  </a:t>
            </a:r>
            <a:r>
              <a:rPr lang="en">
                <a:solidFill>
                  <a:srgbClr val="EFEFEF"/>
                </a:solidFill>
              </a:rPr>
              <a:t> </a:t>
            </a:r>
            <a:r>
              <a:rPr i="1" lang="en" sz="900">
                <a:solidFill>
                  <a:schemeClr val="accent6"/>
                </a:solidFill>
              </a:rPr>
              <a:t>(40%)</a:t>
            </a:r>
            <a:endParaRPr i="1" sz="900">
              <a:solidFill>
                <a:schemeClr val="accent6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Брак часу на поїздки на ринки   </a:t>
            </a:r>
            <a:r>
              <a:rPr i="1" lang="en" sz="900">
                <a:solidFill>
                  <a:schemeClr val="accent6"/>
                </a:solidFill>
              </a:rPr>
              <a:t>(55%)</a:t>
            </a:r>
            <a:endParaRPr i="1" sz="900">
              <a:solidFill>
                <a:schemeClr val="accent6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Обмежений вибір фермерської продукції  </a:t>
            </a:r>
            <a:r>
              <a:rPr i="1" lang="en" sz="900">
                <a:solidFill>
                  <a:schemeClr val="accent6"/>
                </a:solidFill>
              </a:rPr>
              <a:t>(55%)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515" name="Google Shape;515;p52"/>
          <p:cNvSpPr txBox="1"/>
          <p:nvPr>
            <p:ph idx="1" type="body"/>
          </p:nvPr>
        </p:nvSpPr>
        <p:spPr>
          <a:xfrm>
            <a:off x="5288738" y="915025"/>
            <a:ext cx="34860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Для фермерів:  </a:t>
            </a:r>
            <a:r>
              <a:rPr i="1" lang="en" sz="900">
                <a:solidFill>
                  <a:schemeClr val="accent6"/>
                </a:solidFill>
              </a:rPr>
              <a:t>(за результатами 10-ти інтерв’ю)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Складний доступ до ринку   </a:t>
            </a:r>
            <a:r>
              <a:rPr i="1" lang="en" sz="900">
                <a:solidFill>
                  <a:schemeClr val="accent6"/>
                </a:solidFill>
              </a:rPr>
              <a:t>(40%)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Нестабільний попит   </a:t>
            </a:r>
            <a:r>
              <a:rPr i="1" lang="en" sz="900">
                <a:solidFill>
                  <a:schemeClr val="accent6"/>
                </a:solidFill>
              </a:rPr>
              <a:t>(40%)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Логістичні труднощі   </a:t>
            </a:r>
            <a:r>
              <a:rPr i="1" lang="en" sz="900">
                <a:solidFill>
                  <a:schemeClr val="accent6"/>
                </a:solidFill>
              </a:rPr>
              <a:t>(30%)</a:t>
            </a:r>
            <a:endParaRPr/>
          </a:p>
        </p:txBody>
      </p:sp>
      <p:pic>
        <p:nvPicPr>
          <p:cNvPr id="516" name="Google Shape;516;p52"/>
          <p:cNvPicPr preferRelativeResize="0"/>
          <p:nvPr/>
        </p:nvPicPr>
        <p:blipFill rotWithShape="1">
          <a:blip r:embed="rId3">
            <a:alphaModFix/>
          </a:blip>
          <a:srcRect b="0" l="42621" r="8352" t="15224"/>
          <a:stretch/>
        </p:blipFill>
        <p:spPr>
          <a:xfrm>
            <a:off x="1004425" y="2046325"/>
            <a:ext cx="2242750" cy="258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52"/>
          <p:cNvPicPr preferRelativeResize="0"/>
          <p:nvPr/>
        </p:nvPicPr>
        <p:blipFill rotWithShape="1">
          <a:blip r:embed="rId4">
            <a:alphaModFix/>
          </a:blip>
          <a:srcRect b="0" l="23372" r="29797" t="18113"/>
          <a:stretch/>
        </p:blipFill>
        <p:spPr>
          <a:xfrm>
            <a:off x="5785997" y="2046325"/>
            <a:ext cx="2193776" cy="2585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52" title="Gemini_Generated_Image_m2gks3m2gks3m2gk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4800" y="444987"/>
            <a:ext cx="637975" cy="636525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52"/>
          <p:cNvSpPr txBox="1"/>
          <p:nvPr/>
        </p:nvSpPr>
        <p:spPr>
          <a:xfrm>
            <a:off x="1771825" y="4731350"/>
            <a:ext cx="7090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Джерело:</a:t>
            </a:r>
            <a:r>
              <a:rPr lang="en" sz="1000">
                <a:solidFill>
                  <a:schemeClr val="accent6"/>
                </a:solidFill>
                <a:latin typeface="Mulish"/>
                <a:ea typeface="Mulish"/>
                <a:cs typeface="Mulish"/>
                <a:sym typeface="Mulish"/>
              </a:rPr>
              <a:t> CustDev, 1</a:t>
            </a:r>
            <a:r>
              <a:rPr lang="en" sz="1000">
                <a:solidFill>
                  <a:schemeClr val="accent6"/>
                </a:solidFill>
                <a:latin typeface="Mulish"/>
                <a:ea typeface="Mulish"/>
                <a:cs typeface="Mulish"/>
                <a:sym typeface="Mulish"/>
              </a:rPr>
              <a:t>2</a:t>
            </a:r>
            <a:r>
              <a:rPr lang="en" sz="1000">
                <a:solidFill>
                  <a:schemeClr val="accent6"/>
                </a:solidFill>
                <a:latin typeface="Mulish"/>
                <a:ea typeface="Mulish"/>
                <a:cs typeface="Mulish"/>
                <a:sym typeface="Mulish"/>
              </a:rPr>
              <a:t> інтерв’ю з міськими покупцями і 10 з </a:t>
            </a:r>
            <a:r>
              <a:rPr lang="en" sz="1000">
                <a:solidFill>
                  <a:schemeClr val="accent6"/>
                </a:solidFill>
                <a:latin typeface="Mulish"/>
                <a:ea typeface="Mulish"/>
                <a:cs typeface="Mulish"/>
                <a:sym typeface="Mulish"/>
              </a:rPr>
              <a:t>фермерами  </a:t>
            </a:r>
            <a:r>
              <a:rPr lang="en" sz="1000">
                <a:solidFill>
                  <a:schemeClr val="accent6"/>
                </a:solidFill>
                <a:latin typeface="Mulish"/>
                <a:ea typeface="Mulish"/>
                <a:cs typeface="Mulish"/>
                <a:sym typeface="Mulish"/>
              </a:rPr>
              <a:t>(</a:t>
            </a:r>
            <a:r>
              <a:rPr lang="en" sz="1000" u="sng">
                <a:solidFill>
                  <a:srgbClr val="A4C2F4"/>
                </a:solidFill>
                <a:latin typeface="Mulish"/>
                <a:ea typeface="Mulish"/>
                <a:cs typeface="Mulish"/>
                <a:sym typeface="Mulish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 Sheets ДЗ 2 Кастдев</a:t>
            </a:r>
            <a:r>
              <a:rPr lang="en" sz="1000">
                <a:solidFill>
                  <a:schemeClr val="accent6"/>
                </a:solidFill>
                <a:latin typeface="Mulish"/>
                <a:ea typeface="Mulish"/>
                <a:cs typeface="Mulish"/>
                <a:sym typeface="Mulish"/>
              </a:rPr>
              <a:t>)</a:t>
            </a:r>
            <a:endParaRPr sz="1000">
              <a:solidFill>
                <a:schemeClr val="accent6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520" name="Google Shape;520;p5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64075" y="4168125"/>
            <a:ext cx="846775" cy="84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3"/>
          <p:cNvSpPr txBox="1"/>
          <p:nvPr>
            <p:ph type="title"/>
          </p:nvPr>
        </p:nvSpPr>
        <p:spPr>
          <a:xfrm>
            <a:off x="356650" y="179375"/>
            <a:ext cx="83712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000"/>
              <a:t>Наше рішення</a:t>
            </a:r>
            <a:endParaRPr sz="2000"/>
          </a:p>
        </p:txBody>
      </p:sp>
      <p:sp>
        <p:nvSpPr>
          <p:cNvPr id="526" name="Google Shape;526;p53"/>
          <p:cNvSpPr txBox="1"/>
          <p:nvPr>
            <p:ph idx="1" type="body"/>
          </p:nvPr>
        </p:nvSpPr>
        <p:spPr>
          <a:xfrm>
            <a:off x="356650" y="726000"/>
            <a:ext cx="8371200" cy="10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Ми створюємо прозорий та зручний міст між фермерами та споживачами.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Для покупців: Гарантія свіжості та походження продуктів з доставкою.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Для фермерів: Простий інструмент для розширення бізнесу та стабільний потік замовлень.</a:t>
            </a:r>
            <a:endParaRPr/>
          </a:p>
        </p:txBody>
      </p:sp>
      <p:pic>
        <p:nvPicPr>
          <p:cNvPr id="527" name="Google Shape;527;p53" title="Gemini_Generated_Image_m2gks3m2gks3m2g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5323" y="1743150"/>
            <a:ext cx="1661000" cy="16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53"/>
          <p:cNvSpPr/>
          <p:nvPr/>
        </p:nvSpPr>
        <p:spPr>
          <a:xfrm>
            <a:off x="2509500" y="2412000"/>
            <a:ext cx="639000" cy="319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529" name="Google Shape;529;p53"/>
          <p:cNvSpPr/>
          <p:nvPr/>
        </p:nvSpPr>
        <p:spPr>
          <a:xfrm>
            <a:off x="6063150" y="2412000"/>
            <a:ext cx="639000" cy="319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530" name="Google Shape;530;p53"/>
          <p:cNvPicPr preferRelativeResize="0"/>
          <p:nvPr/>
        </p:nvPicPr>
        <p:blipFill rotWithShape="1">
          <a:blip r:embed="rId4">
            <a:alphaModFix/>
          </a:blip>
          <a:srcRect b="30447" l="-1021" r="74359" t="35223"/>
          <a:stretch/>
        </p:blipFill>
        <p:spPr>
          <a:xfrm>
            <a:off x="889675" y="1743150"/>
            <a:ext cx="1287076" cy="16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53"/>
          <p:cNvPicPr preferRelativeResize="0"/>
          <p:nvPr/>
        </p:nvPicPr>
        <p:blipFill rotWithShape="1">
          <a:blip r:embed="rId4">
            <a:alphaModFix/>
          </a:blip>
          <a:srcRect b="29179" l="73743" r="2512" t="32883"/>
          <a:stretch/>
        </p:blipFill>
        <p:spPr>
          <a:xfrm>
            <a:off x="7034893" y="1743150"/>
            <a:ext cx="1037235" cy="16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53" title="Gemini_Generated_Image_m2gks3m2gks3m2g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8125" y="342937"/>
            <a:ext cx="637975" cy="63652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53"/>
          <p:cNvSpPr txBox="1"/>
          <p:nvPr>
            <p:ph idx="1" type="body"/>
          </p:nvPr>
        </p:nvSpPr>
        <p:spPr>
          <a:xfrm>
            <a:off x="356650" y="3758750"/>
            <a:ext cx="8371200" cy="11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Ми прагнемо стати провідною платформою фермерських продуктів, яка: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/>
              <a:t>забезпечує </a:t>
            </a:r>
            <a:r>
              <a:rPr b="1" lang="en"/>
              <a:t>справедливий ринок</a:t>
            </a:r>
            <a:r>
              <a:rPr lang="en"/>
              <a:t> для фермерів,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/>
              <a:t>формує </a:t>
            </a:r>
            <a:r>
              <a:rPr b="1" lang="en"/>
              <a:t>нову культуру споживання</a:t>
            </a:r>
            <a:r>
              <a:rPr lang="en"/>
              <a:t> локальної їжі,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/>
              <a:t>робить </a:t>
            </a:r>
            <a:r>
              <a:rPr b="1" lang="en"/>
              <a:t>якісні продукти доступними</a:t>
            </a:r>
            <a:r>
              <a:rPr lang="en"/>
              <a:t> кожному споживачу онлайн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4" name="Google Shape;534;p53"/>
          <p:cNvSpPr txBox="1"/>
          <p:nvPr/>
        </p:nvSpPr>
        <p:spPr>
          <a:xfrm>
            <a:off x="356650" y="3245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Mulish Black"/>
                <a:ea typeface="Mulish Black"/>
                <a:cs typeface="Mulish Black"/>
                <a:sym typeface="Mulish Black"/>
              </a:rPr>
              <a:t>Product Vision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4"/>
          <p:cNvSpPr txBox="1"/>
          <p:nvPr>
            <p:ph type="title"/>
          </p:nvPr>
        </p:nvSpPr>
        <p:spPr>
          <a:xfrm>
            <a:off x="334800" y="176975"/>
            <a:ext cx="84744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Розмір ринку та можливості</a:t>
            </a:r>
            <a:endParaRPr/>
          </a:p>
        </p:txBody>
      </p:sp>
      <p:pic>
        <p:nvPicPr>
          <p:cNvPr id="540" name="Google Shape;540;p54" title="Gemini_Generated_Image_m2gks3m2gks3m2g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4950" y="132312"/>
            <a:ext cx="637975" cy="63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825" y="733450"/>
            <a:ext cx="4321172" cy="4321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87976" y="527663"/>
            <a:ext cx="3520975" cy="4250398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54"/>
          <p:cNvSpPr txBox="1"/>
          <p:nvPr/>
        </p:nvSpPr>
        <p:spPr>
          <a:xfrm>
            <a:off x="5495425" y="4778050"/>
            <a:ext cx="27156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rPr>
              <a:t>Джерело</a:t>
            </a:r>
            <a:r>
              <a:rPr lang="en" sz="900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rPr>
              <a:t>:  (</a:t>
            </a:r>
            <a:r>
              <a:rPr lang="en" sz="900" u="sng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 Sheets ДЗ 2 Аналіз ринку</a:t>
            </a:r>
            <a:r>
              <a:rPr lang="en" sz="900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rPr>
              <a:t>)</a:t>
            </a:r>
            <a:endParaRPr sz="900">
              <a:solidFill>
                <a:schemeClr val="accent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544" name="Google Shape;544;p5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10925" y="4208525"/>
            <a:ext cx="846775" cy="84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5"/>
          <p:cNvSpPr txBox="1"/>
          <p:nvPr>
            <p:ph type="title"/>
          </p:nvPr>
        </p:nvSpPr>
        <p:spPr>
          <a:xfrm>
            <a:off x="322825" y="153675"/>
            <a:ext cx="8371200" cy="6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Цільова аудиторія</a:t>
            </a:r>
            <a:endParaRPr sz="2000"/>
          </a:p>
        </p:txBody>
      </p:sp>
      <p:sp>
        <p:nvSpPr>
          <p:cNvPr id="550" name="Google Shape;550;p55"/>
          <p:cNvSpPr txBox="1"/>
          <p:nvPr>
            <p:ph idx="1" type="body"/>
          </p:nvPr>
        </p:nvSpPr>
        <p:spPr>
          <a:xfrm>
            <a:off x="272225" y="640175"/>
            <a:ext cx="5260800" cy="15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За результатами дослідження ми виокремили два ключові сегменти: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"/>
              <a:t>Міські покупці</a:t>
            </a:r>
            <a:r>
              <a:rPr lang="en"/>
              <a:t> (25–40 років): активні користувачі онлайн-сервісів, цінують час і якість, шукають перевірені фермерські продукти.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"/>
              <a:t>Фермери середнього масштабу</a:t>
            </a:r>
            <a:r>
              <a:rPr lang="en"/>
              <a:t> (30–55 років): мають стабільне виробництво, але стикаються з нестабільним попитом та проблемами збуту.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1" name="Google Shape;55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8850" y="765375"/>
            <a:ext cx="2834700" cy="422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225" y="2395075"/>
            <a:ext cx="4743175" cy="259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6"/>
          <p:cNvSpPr txBox="1"/>
          <p:nvPr>
            <p:ph type="title"/>
          </p:nvPr>
        </p:nvSpPr>
        <p:spPr>
          <a:xfrm>
            <a:off x="356650" y="355350"/>
            <a:ext cx="83712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Наш продукт</a:t>
            </a:r>
            <a:endParaRPr/>
          </a:p>
        </p:txBody>
      </p:sp>
      <p:sp>
        <p:nvSpPr>
          <p:cNvPr id="558" name="Google Shape;558;p56"/>
          <p:cNvSpPr txBox="1"/>
          <p:nvPr>
            <p:ph idx="1" type="body"/>
          </p:nvPr>
        </p:nvSpPr>
        <p:spPr>
          <a:xfrm>
            <a:off x="356650" y="1050849"/>
            <a:ext cx="8371200" cy="3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b="1" lang="en"/>
              <a:t>USP</a:t>
            </a:r>
            <a:r>
              <a:rPr lang="en"/>
              <a:t>: Найширший вибір перевірених фермерських продуктів з прозорою історією походження та зручною доставкою. </a:t>
            </a:r>
            <a:r>
              <a:rPr b="1" lang="en"/>
              <a:t>Концепт MVP</a:t>
            </a:r>
            <a:r>
              <a:rPr lang="en"/>
              <a:t>: Функціональна платформа для фермерів (управління профілем, товарами, замовленнями) та покупців (пошук, замовлення, оплата, відгуки).</a:t>
            </a:r>
            <a:endParaRPr/>
          </a:p>
        </p:txBody>
      </p:sp>
      <p:pic>
        <p:nvPicPr>
          <p:cNvPr id="559" name="Google Shape;559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200" y="1850100"/>
            <a:ext cx="2887200" cy="28872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12000" fadeDir="5400012" kx="0" rotWithShape="0" algn="bl" stA="52999" stPos="0" sy="-100000" ky="0"/>
          </a:effectLst>
        </p:spPr>
      </p:pic>
      <p:pic>
        <p:nvPicPr>
          <p:cNvPr id="560" name="Google Shape;560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1350" y="1850100"/>
            <a:ext cx="2887200" cy="28872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14000" fadeDir="5400012" kx="0" rotWithShape="0" algn="bl" stA="22000" stPos="0" sy="-100000" ky="0"/>
          </a:effectLst>
        </p:spPr>
      </p:pic>
      <p:pic>
        <p:nvPicPr>
          <p:cNvPr id="561" name="Google Shape;561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110856">
            <a:off x="1962829" y="2023858"/>
            <a:ext cx="69668" cy="170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7"/>
          <p:cNvSpPr txBox="1"/>
          <p:nvPr>
            <p:ph type="title"/>
          </p:nvPr>
        </p:nvSpPr>
        <p:spPr>
          <a:xfrm>
            <a:off x="299075" y="489650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Функціонал MVP</a:t>
            </a:r>
            <a:endParaRPr/>
          </a:p>
        </p:txBody>
      </p:sp>
      <p:sp>
        <p:nvSpPr>
          <p:cNvPr id="567" name="Google Shape;567;p57"/>
          <p:cNvSpPr txBox="1"/>
          <p:nvPr>
            <p:ph idx="1" type="body"/>
          </p:nvPr>
        </p:nvSpPr>
        <p:spPr>
          <a:xfrm>
            <a:off x="299075" y="1242400"/>
            <a:ext cx="4669200" cy="3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Профілі та верифікація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Розумний каталог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Зручне замовлення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Безпечна оплата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Рейтинги та відгуки</a:t>
            </a:r>
            <a:endParaRPr/>
          </a:p>
        </p:txBody>
      </p:sp>
      <p:pic>
        <p:nvPicPr>
          <p:cNvPr id="568" name="Google Shape;568;p57"/>
          <p:cNvPicPr preferRelativeResize="0"/>
          <p:nvPr/>
        </p:nvPicPr>
        <p:blipFill rotWithShape="1">
          <a:blip r:embed="rId3">
            <a:alphaModFix/>
          </a:blip>
          <a:srcRect b="17616" l="0" r="0" t="15902"/>
          <a:stretch/>
        </p:blipFill>
        <p:spPr>
          <a:xfrm>
            <a:off x="2801750" y="811925"/>
            <a:ext cx="6101524" cy="405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8"/>
          <p:cNvSpPr txBox="1"/>
          <p:nvPr>
            <p:ph type="title"/>
          </p:nvPr>
        </p:nvSpPr>
        <p:spPr>
          <a:xfrm>
            <a:off x="386400" y="137650"/>
            <a:ext cx="83712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Конкурентне середовище</a:t>
            </a:r>
            <a:endParaRPr/>
          </a:p>
        </p:txBody>
      </p:sp>
      <p:sp>
        <p:nvSpPr>
          <p:cNvPr id="574" name="Google Shape;574;p58"/>
          <p:cNvSpPr txBox="1"/>
          <p:nvPr>
            <p:ph idx="1" type="body"/>
          </p:nvPr>
        </p:nvSpPr>
        <p:spPr>
          <a:xfrm>
            <a:off x="386400" y="833149"/>
            <a:ext cx="83712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"/>
              <a:t>Наша головна перевага — ми будуємо довіру через технології та прозорість, створюючи спільноту, а не просто магазин.</a:t>
            </a:r>
            <a:endParaRPr/>
          </a:p>
        </p:txBody>
      </p:sp>
      <p:graphicFrame>
        <p:nvGraphicFramePr>
          <p:cNvPr id="575" name="Google Shape;575;p58"/>
          <p:cNvGraphicFramePr/>
          <p:nvPr/>
        </p:nvGraphicFramePr>
        <p:xfrm>
          <a:off x="537500" y="135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{F7D8CFF3-F25D-494A-B03D-D657C1C126E9}</a:tableStyleId>
              </a:tblPr>
              <a:tblGrid>
                <a:gridCol w="969500"/>
                <a:gridCol w="2534325"/>
                <a:gridCol w="2241775"/>
                <a:gridCol w="2323400"/>
              </a:tblGrid>
              <a:tr h="285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lt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Критерій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lt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Коріння (Наша перевага)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lt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OVO / IZ SELA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lt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GOODWINE (непрямий конкурент)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lt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Бізнес-модель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lt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Чистий маркетплейс. Ми забезпечуємо прямий зв'язок між фермером та покупцем, виступаючи як технологічна платформа.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lt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Онлайн-рітейлери. Закуповують продукцію та перепродають її, виступаючи посередником, що впливає на ціну та свіжість.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lt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Преміум-рітейлер. Модель класичного магазину з фокусом на власному імпорті та ексклюзивному відборі.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9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lt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Прозорість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lt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Максимальна. Обов'язкова верифікація фермерів, детальні профілі, історія походження кожного продукту. Це основа нашої довіри.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lt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Обмежена. Інформація про конкретного виробника часто узагальнена. Головний бренд – сам магазин, а не фермер.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lt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Контрольована. Прозорість в рамках власного бренду та стандартів відбору, але без прямого доступу до виробника.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lt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Асортимент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lt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Широкий, динамічний та унікальний. Асортимент формується сотнями фермерів, що дає доступ до рідкісних та сезонних продуктів.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lt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Сталий, але обмежений. Асортимент відбирається та контролюється магазином, що обмежує вибір.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lt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Вузький та нішевий. Спеціалізований асортимент преміум-класу, який не закриває щоденні потреби широкої аудиторії.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lt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Спільнота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lt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Ключовий елемент. Ми будуємо спільноту через систему рейтингів, відгуків та прямого зв'язку, що створює довгострокову лояльність.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lt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Відсутня. Фокус на транзакціях, а не на побудові відносин між виробниками та покупцями.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lt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Відсутня в онлайн-форматі. Спільнота формується навколо офлайн-досвіду та бренду, а не навколо виробників.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9"/>
          <p:cNvSpPr txBox="1"/>
          <p:nvPr>
            <p:ph type="title"/>
          </p:nvPr>
        </p:nvSpPr>
        <p:spPr>
          <a:xfrm>
            <a:off x="351650" y="260175"/>
            <a:ext cx="2456700" cy="4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Воронка AARRR</a:t>
            </a:r>
            <a:endParaRPr sz="2000"/>
          </a:p>
        </p:txBody>
      </p:sp>
      <p:sp>
        <p:nvSpPr>
          <p:cNvPr id="581" name="Google Shape;581;p59"/>
          <p:cNvSpPr txBox="1"/>
          <p:nvPr>
            <p:ph idx="1" type="body"/>
          </p:nvPr>
        </p:nvSpPr>
        <p:spPr>
          <a:xfrm>
            <a:off x="319375" y="746475"/>
            <a:ext cx="4307100" cy="20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Acquisition: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Кліки → інстали (5%)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Activation: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З інсталів замовляють (60%)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Retention: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Повторні замовлення протягом LT (30%)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Revenue: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Середній чек × комісія (20%)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Referral: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X% користувачів приводять друзів (10%)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59"/>
          <p:cNvSpPr txBox="1"/>
          <p:nvPr>
            <p:ph type="title"/>
          </p:nvPr>
        </p:nvSpPr>
        <p:spPr>
          <a:xfrm>
            <a:off x="5525150" y="708075"/>
            <a:ext cx="2456700" cy="4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North Star Metric</a:t>
            </a:r>
            <a:endParaRPr sz="2000"/>
          </a:p>
        </p:txBody>
      </p:sp>
      <p:sp>
        <p:nvSpPr>
          <p:cNvPr id="583" name="Google Shape;583;p59"/>
          <p:cNvSpPr txBox="1"/>
          <p:nvPr>
            <p:ph idx="1" type="body"/>
          </p:nvPr>
        </p:nvSpPr>
        <p:spPr>
          <a:xfrm>
            <a:off x="5525150" y="1279500"/>
            <a:ext cx="2732400" cy="17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GMV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Кількість успішних замовлень на місяць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– ключова метрика зростання платформи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59"/>
          <p:cNvSpPr txBox="1"/>
          <p:nvPr>
            <p:ph type="title"/>
          </p:nvPr>
        </p:nvSpPr>
        <p:spPr>
          <a:xfrm>
            <a:off x="1941400" y="2233425"/>
            <a:ext cx="4658400" cy="4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Business Model Canvas</a:t>
            </a:r>
            <a:endParaRPr sz="2000"/>
          </a:p>
        </p:txBody>
      </p:sp>
      <p:sp>
        <p:nvSpPr>
          <p:cNvPr id="585" name="Google Shape;585;p59"/>
          <p:cNvSpPr txBox="1"/>
          <p:nvPr>
            <p:ph idx="1" type="body"/>
          </p:nvPr>
        </p:nvSpPr>
        <p:spPr>
          <a:xfrm>
            <a:off x="780125" y="2779875"/>
            <a:ext cx="6651000" cy="20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Value Proposition: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прозорий канал продажу для фермерів, гарантія якості для покупців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Customer Segments: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фермери та міські покупці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Channels: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мобільний застосунок, соцмережі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Revenue Streams: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комісія 7–10%, опціонально підписки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Cost Structure: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маркетинг, розробка, хостинг, саппорт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Key Partners: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логістичні компанії, фермерські спілки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Key Activities: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залучення фермерів і покупців, забезпечення зручності замовлення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Key Resources: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платформа, команда, база фермерів</a:t>
            </a:r>
            <a:endParaRPr/>
          </a:p>
        </p:txBody>
      </p:sp>
      <p:sp>
        <p:nvSpPr>
          <p:cNvPr id="586" name="Google Shape;586;p59"/>
          <p:cNvSpPr txBox="1"/>
          <p:nvPr/>
        </p:nvSpPr>
        <p:spPr>
          <a:xfrm>
            <a:off x="5791800" y="4612825"/>
            <a:ext cx="30117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6"/>
                </a:solidFill>
                <a:latin typeface="Mulish"/>
                <a:ea typeface="Mulish"/>
                <a:cs typeface="Mulish"/>
                <a:sym typeface="Mulish"/>
              </a:rPr>
              <a:t>Детальніше</a:t>
            </a:r>
            <a:r>
              <a:rPr lang="en" sz="1000">
                <a:solidFill>
                  <a:schemeClr val="accent6"/>
                </a:solidFill>
                <a:latin typeface="Mulish"/>
                <a:ea typeface="Mulish"/>
                <a:cs typeface="Mulish"/>
                <a:sym typeface="Mulish"/>
              </a:rPr>
              <a:t>  (</a:t>
            </a:r>
            <a:r>
              <a:rPr lang="en" sz="1000" u="sng">
                <a:solidFill>
                  <a:srgbClr val="A4C2F4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 Sheets ДЗ 5</a:t>
            </a:r>
            <a:r>
              <a:rPr lang="en" sz="1000">
                <a:solidFill>
                  <a:schemeClr val="accent6"/>
                </a:solidFill>
                <a:latin typeface="Mulish"/>
                <a:ea typeface="Mulish"/>
                <a:cs typeface="Mulish"/>
                <a:sym typeface="Mulish"/>
              </a:rPr>
              <a:t>)</a:t>
            </a:r>
            <a:endParaRPr sz="1000">
              <a:solidFill>
                <a:schemeClr val="accent6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587" name="Google Shape;587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3900" y="4046450"/>
            <a:ext cx="846775" cy="84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0"/>
          <p:cNvSpPr txBox="1"/>
          <p:nvPr>
            <p:ph type="title"/>
          </p:nvPr>
        </p:nvSpPr>
        <p:spPr>
          <a:xfrm>
            <a:off x="280375" y="147750"/>
            <a:ext cx="6334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Бізнес-модель та юніт-економіка</a:t>
            </a:r>
            <a:endParaRPr/>
          </a:p>
        </p:txBody>
      </p:sp>
      <p:sp>
        <p:nvSpPr>
          <p:cNvPr id="593" name="Google Shape;593;p60"/>
          <p:cNvSpPr txBox="1"/>
          <p:nvPr>
            <p:ph idx="1" type="body"/>
          </p:nvPr>
        </p:nvSpPr>
        <p:spPr>
          <a:xfrm>
            <a:off x="280375" y="694950"/>
            <a:ext cx="6793200" cy="3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Середній чек за даними Promodo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 1300 UAN - 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$30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Комісія 7-10% з кожної транзакції.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Дохід платформи: $30 × 0.07 = $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2.1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Вартість залучення (CAC): $</a:t>
            </a:r>
            <a:r>
              <a:rPr b="1" lang="en"/>
              <a:t>8–12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Lifetime Value (LTV) при середньому утриманні 8 міс і 2 покупки на місяць: $</a:t>
            </a:r>
            <a:r>
              <a:rPr b="1" lang="en"/>
              <a:t>35–40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LTV / CAC = </a:t>
            </a:r>
            <a:r>
              <a:rPr b="1" lang="en"/>
              <a:t>3–4×</a:t>
            </a:r>
            <a:r>
              <a:rPr lang="en"/>
              <a:t> → модель прибуткова та маштабована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Кожен залучений клієнт приносить платформі прибуток.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Інвестиції в маркетинг окупаються після 4-6 повторних транзакцій.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Модель дозволяє масштабувати бізнес без значного підвищення CAC.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  <p:pic>
        <p:nvPicPr>
          <p:cNvPr id="594" name="Google Shape;594;p60"/>
          <p:cNvPicPr preferRelativeResize="0"/>
          <p:nvPr/>
        </p:nvPicPr>
        <p:blipFill rotWithShape="1">
          <a:blip r:embed="rId3">
            <a:alphaModFix/>
          </a:blip>
          <a:srcRect b="27034" l="0" r="0" t="18863"/>
          <a:stretch/>
        </p:blipFill>
        <p:spPr>
          <a:xfrm>
            <a:off x="1446100" y="2571750"/>
            <a:ext cx="3917901" cy="2119598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60"/>
          <p:cNvSpPr txBox="1"/>
          <p:nvPr/>
        </p:nvSpPr>
        <p:spPr>
          <a:xfrm>
            <a:off x="2914300" y="4731350"/>
            <a:ext cx="29472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rPr>
              <a:t>Детальніше</a:t>
            </a:r>
            <a:r>
              <a:rPr lang="en" sz="900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rPr>
              <a:t>:  (</a:t>
            </a:r>
            <a:r>
              <a:rPr lang="en" sz="900" u="sng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 Sheets ДЗ 6 Unit Economics</a:t>
            </a:r>
            <a:r>
              <a:rPr lang="en" sz="900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rPr>
              <a:t>)</a:t>
            </a:r>
            <a:endParaRPr sz="900">
              <a:solidFill>
                <a:schemeClr val="accent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596" name="Google Shape;596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9050" y="4156275"/>
            <a:ext cx="846775" cy="84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1"/>
          <p:cNvSpPr txBox="1"/>
          <p:nvPr>
            <p:ph type="title"/>
          </p:nvPr>
        </p:nvSpPr>
        <p:spPr>
          <a:xfrm>
            <a:off x="299075" y="489650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Наш запит</a:t>
            </a:r>
            <a:endParaRPr/>
          </a:p>
        </p:txBody>
      </p:sp>
      <p:pic>
        <p:nvPicPr>
          <p:cNvPr id="602" name="Google Shape;602;p61" title="Points score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3675" y="1036850"/>
            <a:ext cx="6201324" cy="382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62"/>
          <p:cNvSpPr txBox="1"/>
          <p:nvPr>
            <p:ph type="title"/>
          </p:nvPr>
        </p:nvSpPr>
        <p:spPr>
          <a:xfrm>
            <a:off x="356650" y="355350"/>
            <a:ext cx="83712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Наша команда</a:t>
            </a:r>
            <a:endParaRPr/>
          </a:p>
        </p:txBody>
      </p:sp>
      <p:sp>
        <p:nvSpPr>
          <p:cNvPr id="608" name="Google Shape;608;p62"/>
          <p:cNvSpPr txBox="1"/>
          <p:nvPr>
            <p:ph idx="1" type="body"/>
          </p:nvPr>
        </p:nvSpPr>
        <p:spPr>
          <a:xfrm>
            <a:off x="356650" y="1050849"/>
            <a:ext cx="83712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"/>
              <a:t>Ми — команда ентузіастів з досвідом у розробці продуктів, маркетингу та управлінні проектами.</a:t>
            </a:r>
            <a:endParaRPr/>
          </a:p>
        </p:txBody>
      </p:sp>
      <p:pic>
        <p:nvPicPr>
          <p:cNvPr id="609" name="Google Shape;609;p62"/>
          <p:cNvPicPr preferRelativeResize="0"/>
          <p:nvPr/>
        </p:nvPicPr>
        <p:blipFill rotWithShape="1">
          <a:blip r:embed="rId3">
            <a:alphaModFix/>
          </a:blip>
          <a:srcRect b="52876" l="14992" r="35013" t="9800"/>
          <a:stretch/>
        </p:blipFill>
        <p:spPr>
          <a:xfrm>
            <a:off x="725693" y="1755300"/>
            <a:ext cx="1111400" cy="1244475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62"/>
          <p:cNvSpPr txBox="1"/>
          <p:nvPr>
            <p:ph idx="1" type="body"/>
          </p:nvPr>
        </p:nvSpPr>
        <p:spPr>
          <a:xfrm>
            <a:off x="638493" y="2999775"/>
            <a:ext cx="12858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" sz="1000"/>
              <a:t>Данило Бичков </a:t>
            </a:r>
            <a:r>
              <a:rPr i="1" lang="en" sz="1000"/>
              <a:t>Team Lead</a:t>
            </a:r>
            <a:endParaRPr i="1" sz="1000"/>
          </a:p>
        </p:txBody>
      </p:sp>
      <p:pic>
        <p:nvPicPr>
          <p:cNvPr id="611" name="Google Shape;611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1300" y="1809275"/>
            <a:ext cx="1111400" cy="1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62"/>
          <p:cNvSpPr txBox="1"/>
          <p:nvPr>
            <p:ph idx="1" type="body"/>
          </p:nvPr>
        </p:nvSpPr>
        <p:spPr>
          <a:xfrm>
            <a:off x="5084100" y="3006350"/>
            <a:ext cx="12858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" sz="1000"/>
              <a:t>Олена Кациашвілі </a:t>
            </a:r>
            <a:r>
              <a:rPr i="1" lang="en" sz="1000"/>
              <a:t>Business A</a:t>
            </a:r>
            <a:r>
              <a:rPr i="1" lang="en" sz="1000"/>
              <a:t>nalyst</a:t>
            </a:r>
            <a:endParaRPr i="1" sz="1000"/>
          </a:p>
        </p:txBody>
      </p:sp>
      <p:sp>
        <p:nvSpPr>
          <p:cNvPr id="613" name="Google Shape;613;p62"/>
          <p:cNvSpPr txBox="1"/>
          <p:nvPr/>
        </p:nvSpPr>
        <p:spPr>
          <a:xfrm>
            <a:off x="1770607" y="2999775"/>
            <a:ext cx="1244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Олексій Верхулевський</a:t>
            </a:r>
            <a:br>
              <a:rPr lang="en" sz="10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</a:br>
            <a:r>
              <a:rPr lang="en" sz="10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i="1" lang="en" sz="10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Scrum Master</a:t>
            </a:r>
            <a:endParaRPr i="1" sz="1000"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614" name="Google Shape;614;p62"/>
          <p:cNvPicPr preferRelativeResize="0"/>
          <p:nvPr/>
        </p:nvPicPr>
        <p:blipFill rotWithShape="1">
          <a:blip r:embed="rId5">
            <a:alphaModFix/>
          </a:blip>
          <a:srcRect b="4884" l="14011" r="12361" t="5485"/>
          <a:stretch/>
        </p:blipFill>
        <p:spPr>
          <a:xfrm>
            <a:off x="1837100" y="1755300"/>
            <a:ext cx="1111400" cy="1244475"/>
          </a:xfrm>
          <a:prstGeom prst="rect">
            <a:avLst/>
          </a:prstGeom>
          <a:noFill/>
          <a:ln>
            <a:noFill/>
          </a:ln>
          <a:effectLst>
            <a:outerShdw blurRad="271463" rotWithShape="0" algn="bl" dir="13200000" dist="47625">
              <a:srgbClr val="0C343D">
                <a:alpha val="38000"/>
              </a:srgbClr>
            </a:outerShdw>
          </a:effectLst>
        </p:spPr>
      </p:pic>
      <p:pic>
        <p:nvPicPr>
          <p:cNvPr id="615" name="Google Shape;615;p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82700" y="1809275"/>
            <a:ext cx="1111400" cy="1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62"/>
          <p:cNvSpPr txBox="1"/>
          <p:nvPr/>
        </p:nvSpPr>
        <p:spPr>
          <a:xfrm>
            <a:off x="6231200" y="3006350"/>
            <a:ext cx="1214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Олекс  Чубар</a:t>
            </a:r>
            <a:endParaRPr sz="1000"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Cross-platform Developer</a:t>
            </a:r>
            <a:endParaRPr i="1" sz="1000"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617" name="Google Shape;617;p6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59900" y="1809275"/>
            <a:ext cx="1111400" cy="1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62"/>
          <p:cNvSpPr txBox="1"/>
          <p:nvPr/>
        </p:nvSpPr>
        <p:spPr>
          <a:xfrm>
            <a:off x="3993408" y="3006350"/>
            <a:ext cx="1244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Олексій</a:t>
            </a:r>
            <a:r>
              <a:rPr lang="en" sz="10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 Кавунець      </a:t>
            </a:r>
            <a:r>
              <a:rPr i="1" lang="en" sz="10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Data Engineer</a:t>
            </a:r>
            <a:endParaRPr i="1" sz="1000"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619" name="Google Shape;619;p62" title="T071H5STRL2-U076D4PCWT0-08895b4e1c30-512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48500" y="1809275"/>
            <a:ext cx="1111400" cy="1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62"/>
          <p:cNvSpPr txBox="1"/>
          <p:nvPr>
            <p:ph idx="1" type="body"/>
          </p:nvPr>
        </p:nvSpPr>
        <p:spPr>
          <a:xfrm>
            <a:off x="2861300" y="3021300"/>
            <a:ext cx="12858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" sz="1000"/>
              <a:t>Дмитро</a:t>
            </a:r>
            <a:r>
              <a:rPr lang="en" sz="1000"/>
              <a:t> </a:t>
            </a:r>
            <a:r>
              <a:rPr lang="en" sz="1000"/>
              <a:t>Гаврильченко </a:t>
            </a:r>
            <a:r>
              <a:rPr i="1" lang="en" sz="1000"/>
              <a:t>Product Owner</a:t>
            </a:r>
            <a:endParaRPr i="1" sz="1000"/>
          </a:p>
        </p:txBody>
      </p:sp>
      <p:pic>
        <p:nvPicPr>
          <p:cNvPr id="621" name="Google Shape;621;p6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394100" y="1802700"/>
            <a:ext cx="1111400" cy="1197075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62"/>
          <p:cNvSpPr txBox="1"/>
          <p:nvPr>
            <p:ph idx="1" type="body"/>
          </p:nvPr>
        </p:nvSpPr>
        <p:spPr>
          <a:xfrm>
            <a:off x="7378300" y="3006350"/>
            <a:ext cx="1127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" sz="1000"/>
              <a:t>Данило Прокопенко </a:t>
            </a:r>
            <a:r>
              <a:rPr i="1" lang="en" sz="1000"/>
              <a:t>Data Analyst </a:t>
            </a:r>
            <a:endParaRPr i="1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ss Modern Deck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83618"/>
      </a:accent1>
      <a:accent2>
        <a:srgbClr val="606C38"/>
      </a:accent2>
      <a:accent3>
        <a:srgbClr val="BC6C25"/>
      </a:accent3>
      <a:accent4>
        <a:srgbClr val="DDA15E"/>
      </a:accent4>
      <a:accent5>
        <a:srgbClr val="FEFAE0"/>
      </a:accent5>
      <a:accent6>
        <a:srgbClr val="88916A"/>
      </a:accent6>
      <a:hlink>
        <a:srgbClr val="CFD2C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